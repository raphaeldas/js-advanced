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56" r:id="rId5"/>
    <p:sldId id="320" r:id="rId6"/>
    <p:sldId id="319" r:id="rId7"/>
    <p:sldId id="321" r:id="rId8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25EB01E9-6A61-4EDA-A65F-79D5A985319E}">
          <p14:sldIdLst>
            <p14:sldId id="256"/>
          </p14:sldIdLst>
        </p14:section>
        <p14:section name="Programm" id="{EDA0DBCE-7672-4BA6-A1C0-6154B6CA6049}">
          <p14:sldIdLst>
            <p14:sldId id="320"/>
            <p14:sldId id="319"/>
            <p14:sldId id="32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872" autoAdjust="0"/>
    <p:restoredTop sz="90290" autoAdjust="0"/>
  </p:normalViewPr>
  <p:slideViewPr>
    <p:cSldViewPr snapToGrid="0">
      <p:cViewPr>
        <p:scale>
          <a:sx n="89" d="100"/>
          <a:sy n="89" d="100"/>
        </p:scale>
        <p:origin x="38" y="38"/>
      </p:cViewPr>
      <p:guideLst/>
    </p:cSldViewPr>
  </p:slideViewPr>
  <p:outlineViewPr>
    <p:cViewPr>
      <p:scale>
        <a:sx n="33" d="100"/>
        <a:sy n="33" d="100"/>
      </p:scale>
      <p:origin x="0" y="-857"/>
    </p:cViewPr>
  </p:outlineViewPr>
  <p:notesTextViewPr>
    <p:cViewPr>
      <p:scale>
        <a:sx n="104" d="100"/>
        <a:sy n="104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23D672-218E-44CF-A13C-71AB61B14F4F}" type="datetimeFigureOut">
              <a:rPr lang="de-CH" smtClean="0"/>
              <a:t>24.02.2025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10991-BCFF-4D39-9AF4-8FF9B3C6450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880650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A598B-8DA1-4BBA-9EA9-DC1615E9868A}" type="datetimeFigureOut">
              <a:rPr lang="de-CH" smtClean="0"/>
              <a:t>24.02.2025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C940E-24E7-4D1A-B11D-DBBBB544974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89525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Hallo zusammen</a:t>
            </a:r>
            <a:endParaRPr lang="LID4096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940E-24E7-4D1A-B11D-DBBBB544974E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5462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75485"/>
            <a:ext cx="10515600" cy="1325563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641717"/>
            <a:ext cx="10515600" cy="3629025"/>
          </a:xfrm>
        </p:spPr>
        <p:txBody>
          <a:bodyPr/>
          <a:lstStyle>
            <a:lvl1pPr>
              <a:spcBef>
                <a:spcPts val="300"/>
              </a:spcBef>
              <a:spcAft>
                <a:spcPts val="800"/>
              </a:spcAft>
              <a:defRPr sz="3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lnSpc>
                <a:spcPct val="110000"/>
              </a:lnSpc>
              <a:spcAft>
                <a:spcPts val="1200"/>
              </a:spcAft>
              <a:defRPr sz="28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spcAft>
                <a:spcPts val="1200"/>
              </a:spcAft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F526-C1D0-4550-B781-F5C2F41E5AD9}" type="datetime1">
              <a:rPr lang="de-CH" smtClean="0"/>
              <a:t>24.02.2025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BEDEFE6B-CD47-48D6-8858-514CE6C5B60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2290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oss-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24.02.2025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</p:spPr>
        <p:txBody>
          <a:bodyPr/>
          <a:lstStyle>
            <a:lvl1pPr>
              <a:spcBef>
                <a:spcPts val="300"/>
              </a:spcBef>
              <a:spcAft>
                <a:spcPts val="800"/>
              </a:spcAft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lnSpc>
                <a:spcPct val="110000"/>
              </a:lnSpc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lnSpc>
                <a:spcPct val="110000"/>
              </a:lnSpc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472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1524000" y="1922462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 dirty="0"/>
              <a:t>Titel durch Klicken hinzufügen</a:t>
            </a:r>
            <a:endParaRPr lang="de-CH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1524000" y="4402137"/>
            <a:ext cx="9144000" cy="392285"/>
          </a:xfrm>
        </p:spPr>
        <p:txBody>
          <a:bodyPr>
            <a:normAutofit/>
          </a:bodyPr>
          <a:lstStyle>
            <a:lvl1pPr marL="0" indent="0" algn="l">
              <a:buNone/>
              <a:defRPr sz="24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durch Klicken hinzufügen</a:t>
            </a:r>
            <a:endParaRPr lang="de-CH" dirty="0"/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10" hasCustomPrompt="1"/>
          </p:nvPr>
        </p:nvSpPr>
        <p:spPr>
          <a:xfrm>
            <a:off x="1524001" y="4828832"/>
            <a:ext cx="9144000" cy="34453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Anlass durch Klicken hinzufügen</a:t>
            </a:r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198116"/>
            <a:ext cx="9144000" cy="395287"/>
          </a:xfrm>
        </p:spPr>
        <p:txBody>
          <a:bodyPr/>
          <a:lstStyle>
            <a:lvl1pPr marL="0" indent="0" algn="l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de-DE" dirty="0"/>
              <a:t>Datum durch Klicken hinzufügen</a:t>
            </a: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3810" y="225937"/>
            <a:ext cx="3584190" cy="129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5884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175485"/>
            <a:ext cx="10515600" cy="1325563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838200" y="2641717"/>
            <a:ext cx="10515600" cy="3629025"/>
          </a:xfrm>
        </p:spPr>
        <p:txBody>
          <a:bodyPr/>
          <a:lstStyle>
            <a:lvl1pPr>
              <a:spcAft>
                <a:spcPts val="1200"/>
              </a:spcAft>
              <a:defRPr sz="320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spcAft>
                <a:spcPts val="1200"/>
              </a:spcAft>
              <a:defRPr sz="28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spcAft>
                <a:spcPts val="1200"/>
              </a:spcAft>
              <a:defRPr sz="24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spcAft>
                <a:spcPts val="1200"/>
              </a:spcAft>
              <a:defRPr sz="2000"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3F526-C1D0-4550-B781-F5C2F41E5AD9}" type="datetime1">
              <a:rPr lang="de-CH" smtClean="0"/>
              <a:t>24.02.2025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fld id="{BEDEFE6B-CD47-48D6-8858-514CE6C5B606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2290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gross-ein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24.02.2025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</p:spPr>
        <p:txBody>
          <a:bodyPr/>
          <a:lstStyle>
            <a:lvl1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4347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nipp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24.02.2025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1858879"/>
            <a:ext cx="10515600" cy="4450939"/>
          </a:xfrm>
          <a:prstGeom prst="roundRect">
            <a:avLst>
              <a:gd name="adj" fmla="val 2685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lIns="216000" tIns="216000" rIns="216000" bIns="216000"/>
          <a:lstStyle>
            <a:lvl1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  <a:lvl2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2pPr>
            <a:lvl3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3pPr>
            <a:lvl4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4pPr>
            <a:lvl5pPr marL="0" indent="0" defTabSz="360363">
              <a:lnSpc>
                <a:spcPct val="114000"/>
              </a:lnSpc>
              <a:spcAft>
                <a:spcPts val="300"/>
              </a:spcAft>
              <a:buFont typeface="+mj-lt"/>
              <a:buNone/>
              <a:tabLst/>
              <a:defRPr kern="1000" baseline="0">
                <a:solidFill>
                  <a:schemeClr val="bg1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5pPr>
          </a:lstStyle>
          <a:p>
            <a:pPr lvl="0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Mastertextformat bearbeiten</a:t>
            </a:r>
          </a:p>
          <a:p>
            <a:pPr lvl="1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Zweite Ebene</a:t>
            </a:r>
          </a:p>
          <a:p>
            <a:pPr lvl="2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Dritte Ebene</a:t>
            </a:r>
          </a:p>
          <a:p>
            <a:pPr lvl="3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	Vierte Ebene</a:t>
            </a:r>
          </a:p>
          <a:p>
            <a:pPr lvl="4"/>
            <a:r>
              <a:rPr lang="de-DE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		Fünfte Ebene</a:t>
            </a:r>
          </a:p>
        </p:txBody>
      </p:sp>
    </p:spTree>
    <p:extLst>
      <p:ext uri="{BB962C8B-B14F-4D97-AF65-F5344CB8AC3E}">
        <p14:creationId xmlns:p14="http://schemas.microsoft.com/office/powerpoint/2010/main" val="103113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gross-zwei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673640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24.02.2025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838200" y="2132058"/>
            <a:ext cx="10515600" cy="4177760"/>
          </a:xfrm>
        </p:spPr>
        <p:txBody>
          <a:bodyPr/>
          <a:lstStyle>
            <a:lvl1pPr>
              <a:defRPr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  <a:lvl2pPr>
              <a:defRPr>
                <a:solidFill>
                  <a:schemeClr val="bg1">
                    <a:lumMod val="5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1406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6BCF4-0E81-4303-B76F-6C3D6B7E70BE}" type="datetime1">
              <a:rPr lang="de-CH" smtClean="0"/>
              <a:t>24.02.2025</a:t>
            </a:fld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7616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24.02.2025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7" name="Tabellenplatzhalter 6"/>
          <p:cNvSpPr>
            <a:spLocks noGrp="1"/>
          </p:cNvSpPr>
          <p:nvPr>
            <p:ph type="tbl" sz="quarter" idx="13"/>
          </p:nvPr>
        </p:nvSpPr>
        <p:spPr>
          <a:xfrm>
            <a:off x="838200" y="2791312"/>
            <a:ext cx="10515600" cy="3429874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64979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e Gr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24.02.2025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6" name="Tabellenplatzhalter 6"/>
          <p:cNvSpPr>
            <a:spLocks noGrp="1"/>
          </p:cNvSpPr>
          <p:nvPr>
            <p:ph type="tbl" sz="quarter" idx="13"/>
          </p:nvPr>
        </p:nvSpPr>
        <p:spPr>
          <a:xfrm>
            <a:off x="838200" y="1623818"/>
            <a:ext cx="10515600" cy="4605532"/>
          </a:xfrm>
        </p:spPr>
        <p:txBody>
          <a:bodyPr/>
          <a:lstStyle/>
          <a:p>
            <a:r>
              <a:rPr lang="de-DE"/>
              <a:t>Tabelle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0840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298255"/>
            <a:ext cx="9138557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23D7E-84BA-4532-8AC0-0461707F3C45}" type="datetime1">
              <a:rPr lang="de-CH" smtClean="0"/>
              <a:t>24.02.2025</a:t>
            </a:fld>
            <a:endParaRPr lang="de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14"/>
          </p:nvPr>
        </p:nvSpPr>
        <p:spPr>
          <a:xfrm>
            <a:off x="838200" y="1644654"/>
            <a:ext cx="10515600" cy="4576532"/>
          </a:xfrm>
        </p:spPr>
        <p:txBody>
          <a:bodyPr/>
          <a:lstStyle/>
          <a:p>
            <a:r>
              <a:rPr lang="de-DE"/>
              <a:t>Diagramm durch Klicken auf Symbol hinzufügen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24093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-Vo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895185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 mi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91759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 ohn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4946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 userDrawn="1"/>
        </p:nvSpPr>
        <p:spPr>
          <a:xfrm>
            <a:off x="6170612" y="2835388"/>
            <a:ext cx="5159375" cy="3316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Rechteck 11"/>
          <p:cNvSpPr/>
          <p:nvPr userDrawn="1"/>
        </p:nvSpPr>
        <p:spPr>
          <a:xfrm>
            <a:off x="838200" y="2822690"/>
            <a:ext cx="5159375" cy="33168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8200" y="1465943"/>
            <a:ext cx="10515600" cy="1325563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2823369"/>
            <a:ext cx="5157787" cy="47500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5366" y="3326603"/>
            <a:ext cx="5157787" cy="280930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0612" y="2822690"/>
            <a:ext cx="5183188" cy="475681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3329556"/>
            <a:ext cx="5183188" cy="28099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B2E98-33F3-4843-92CD-A9A795F13784}" type="datetime1">
              <a:rPr lang="de-CH" smtClean="0"/>
              <a:t>24.02.2025</a:t>
            </a:fld>
            <a:endParaRPr lang="de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EFE6B-CD47-48D6-8858-514CE6C5B606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540779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146574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dirty="0"/>
              <a:t>Titelmasterformat durch Klicken bearbeiten</a:t>
            </a:r>
            <a:endParaRPr lang="de-CH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2896635"/>
            <a:ext cx="10515600" cy="3295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A1523D7E-84BA-4532-8AC0-0461707F3C45}" type="datetime1">
              <a:rPr lang="de-CH" smtClean="0"/>
              <a:pPr/>
              <a:t>24.02.2025</a:t>
            </a:fld>
            <a:endParaRPr lang="de-CH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7759694E-24C5-490B-A8F1-97FE52F5A3A6}" type="slidenum">
              <a:rPr lang="de-CH" smtClean="0"/>
              <a:pPr/>
              <a:t>‹Nr.›</a:t>
            </a:fld>
            <a:endParaRPr lang="de-CH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1156" y="294900"/>
            <a:ext cx="1568334" cy="56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19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49" r:id="rId3"/>
    <p:sldLayoutId id="2147483650" r:id="rId4"/>
    <p:sldLayoutId id="2147483659" r:id="rId5"/>
    <p:sldLayoutId id="2147483664" r:id="rId6"/>
    <p:sldLayoutId id="2147483660" r:id="rId7"/>
    <p:sldLayoutId id="2147483651" r:id="rId8"/>
    <p:sldLayoutId id="2147483654" r:id="rId9"/>
    <p:sldLayoutId id="2147483655" r:id="rId10"/>
    <p:sldLayoutId id="2147483656" r:id="rId11"/>
    <p:sldLayoutId id="2147483652" r:id="rId12"/>
    <p:sldLayoutId id="2147483657" r:id="rId13"/>
    <p:sldLayoutId id="2147483658" r:id="rId14"/>
    <p:sldLayoutId id="214748365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bg1">
              <a:lumMod val="50000"/>
            </a:schemeClr>
          </a:solidFill>
          <a:latin typeface="Open Sans Light" panose="020B0306030504020204" pitchFamily="34" charset="0"/>
          <a:ea typeface="Open Sans Light" panose="020B0306030504020204" pitchFamily="34" charset="0"/>
          <a:cs typeface="Open Sans Light" panose="020B03060305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JavaScript</a:t>
            </a:r>
            <a:br>
              <a:rPr lang="de-CH" dirty="0"/>
            </a:br>
            <a:r>
              <a:rPr lang="de-CH" dirty="0"/>
              <a:t>Fortgeschritten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EMVs WeJs4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3DDE611-026D-36C9-B2E4-5FD9E211ED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Abgabe und Präsentation</a:t>
            </a:r>
            <a:endParaRPr lang="LID4096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719F5F92-883F-1E6B-4B7A-5C577C48D2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8267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08DB6A3D-4E9F-8E44-D40D-E66C4874D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Zum Modul-Ende</a:t>
            </a:r>
            <a:endParaRPr lang="LID4096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A328CC3-7404-F6E3-7D9F-DED19A3C2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Abgabe des Projekts</a:t>
            </a:r>
          </a:p>
          <a:p>
            <a:r>
              <a:rPr lang="de-CH" dirty="0"/>
              <a:t>Präsentation des Projekts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079495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23FDA9-93EA-793A-1711-8218E849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Abgabe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7F1427-F196-49B8-2A82-49979F76B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3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36221E0-1A15-135C-4743-EE7BF3746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Repository samt Readme zum Nachbauen</a:t>
            </a:r>
          </a:p>
          <a:p>
            <a:r>
              <a:rPr lang="de-CH" dirty="0"/>
              <a:t>Dokumentation des Endresultats mit Screenshots, ggf. Videos</a:t>
            </a:r>
          </a:p>
          <a:p>
            <a:r>
              <a:rPr lang="de-CH" dirty="0"/>
              <a:t>Falls öffentlich zugänglich: Link zur Web-App</a:t>
            </a:r>
          </a:p>
          <a:p>
            <a:endParaRPr lang="de-CH" dirty="0"/>
          </a:p>
          <a:p>
            <a:r>
              <a:rPr lang="de-CH" dirty="0"/>
              <a:t>Fällig bis Montag, 24.03.25 12:35 Uhr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84057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2B3F9-F0CE-81F1-74E9-0BF9B6C62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832FEB-BFF5-5775-173B-3B216DCC7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Präsentationen</a:t>
            </a:r>
            <a:endParaRPr lang="LID4096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2A4C666-17D9-90E5-780D-0C8EDDBB0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9694E-24C5-490B-A8F1-97FE52F5A3A6}" type="slidenum">
              <a:rPr lang="de-CH" smtClean="0"/>
              <a:pPr/>
              <a:t>4</a:t>
            </a:fld>
            <a:endParaRPr lang="de-CH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B965A7E-1946-255E-15F4-2C5FDE72A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In der letzten Lektion am Montag, 24.03.25</a:t>
            </a:r>
          </a:p>
          <a:p>
            <a:r>
              <a:rPr lang="de-CH" dirty="0"/>
              <a:t>10 – 15min. pro Person</a:t>
            </a:r>
          </a:p>
          <a:p>
            <a:r>
              <a:rPr lang="de-CH" dirty="0"/>
              <a:t>Inhalt: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de-CH" dirty="0"/>
              <a:t>Was ist dein Produkt?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de-CH" dirty="0"/>
              <a:t>Welche Technologien hast du verwendet?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de-CH" dirty="0"/>
              <a:t>Demo des Produkts (live oder aufgezeichnet)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lang="de-CH" dirty="0"/>
              <a:t>Was war herausfordernd?</a:t>
            </a:r>
            <a:br>
              <a:rPr lang="de-CH" dirty="0"/>
            </a:br>
            <a:r>
              <a:rPr lang="de-CH" dirty="0"/>
              <a:t>Was hat nicht geklappt wie gewünscht? Wieso nicht?</a:t>
            </a:r>
          </a:p>
          <a:p>
            <a:r>
              <a:rPr lang="de-CH" dirty="0"/>
              <a:t>Fragen und Feedback</a:t>
            </a:r>
          </a:p>
          <a:p>
            <a:pPr lvl="1"/>
            <a:endParaRPr lang="de-CH" dirty="0"/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00051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9AC2234F-DF7A-4081-BED1-1053B5B0BD96}" vid="{15C4B576-1271-49EA-B783-F07F3A36BB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D6A808F5B18B4EAF5BA513ACEC1F15" ma:contentTypeVersion="14" ma:contentTypeDescription="Crée un document." ma:contentTypeScope="" ma:versionID="90cadc050c97ef17732eccf05f282cbe">
  <xsd:schema xmlns:xsd="http://www.w3.org/2001/XMLSchema" xmlns:xs="http://www.w3.org/2001/XMLSchema" xmlns:p="http://schemas.microsoft.com/office/2006/metadata/properties" xmlns:ns2="1dbf6c8a-8f63-44bb-83c7-9ba9b5d4efe9" xmlns:ns3="06172d57-5d51-4d29-806c-4b74cd929571" targetNamespace="http://schemas.microsoft.com/office/2006/metadata/properties" ma:root="true" ma:fieldsID="4f5492ae7e1fa14b86c16250e6d1a161" ns2:_="" ns3:_="">
    <xsd:import namespace="1dbf6c8a-8f63-44bb-83c7-9ba9b5d4efe9"/>
    <xsd:import namespace="06172d57-5d51-4d29-806c-4b74cd9295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bf6c8a-8f63-44bb-83c7-9ba9b5d4ef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2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2d6bbf82-059b-4f28-9a20-fb972382e10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72d57-5d51-4d29-806c-4b74cd92957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3a3d301-c4de-4108-9014-f47ae7564939}" ma:internalName="TaxCatchAll" ma:showField="CatchAllData" ma:web="06172d57-5d51-4d29-806c-4b74cd9295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1dbf6c8a-8f63-44bb-83c7-9ba9b5d4efe9" xsi:nil="true"/>
    <lcf76f155ced4ddcb4097134ff3c332f xmlns="1dbf6c8a-8f63-44bb-83c7-9ba9b5d4efe9">
      <Terms xmlns="http://schemas.microsoft.com/office/infopath/2007/PartnerControls"/>
    </lcf76f155ced4ddcb4097134ff3c332f>
    <TaxCatchAll xmlns="06172d57-5d51-4d29-806c-4b74cd929571" xsi:nil="true"/>
  </documentManagement>
</p:properties>
</file>

<file path=customXml/itemProps1.xml><?xml version="1.0" encoding="utf-8"?>
<ds:datastoreItem xmlns:ds="http://schemas.openxmlformats.org/officeDocument/2006/customXml" ds:itemID="{6DE9BA2F-C062-493E-910C-72A955AF13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bf6c8a-8f63-44bb-83c7-9ba9b5d4efe9"/>
    <ds:schemaRef ds:uri="06172d57-5d51-4d29-806c-4b74cd9295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AE3F8FF-813C-4132-BE80-C573B634B9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5C5BEF-A826-4D32-BB75-8169F3E7AF17}">
  <ds:schemaRefs>
    <ds:schemaRef ds:uri="http://schemas.microsoft.com/office/2006/metadata/properties"/>
    <ds:schemaRef ds:uri="http://schemas.microsoft.com/office/infopath/2007/PartnerControls"/>
    <ds:schemaRef ds:uri="1dbf6c8a-8f63-44bb-83c7-9ba9b5d4efe9"/>
    <ds:schemaRef ds:uri="06172d57-5d51-4d29-806c-4b74cd92957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Präsentation</Template>
  <TotalTime>39395</TotalTime>
  <Words>104</Words>
  <Application>Microsoft Office PowerPoint</Application>
  <PresentationFormat>Breitbild</PresentationFormat>
  <Paragraphs>25</Paragraphs>
  <Slides>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Arial</vt:lpstr>
      <vt:lpstr>Calibri</vt:lpstr>
      <vt:lpstr>Open Sans</vt:lpstr>
      <vt:lpstr>Open Sans Light</vt:lpstr>
      <vt:lpstr>Office</vt:lpstr>
      <vt:lpstr>JavaScript Fortgeschritten</vt:lpstr>
      <vt:lpstr>Zum Modul-Ende</vt:lpstr>
      <vt:lpstr>Abgabe</vt:lpstr>
      <vt:lpstr>Präsentationen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Andres</dc:creator>
  <cp:lastModifiedBy>ANDRES Raphael</cp:lastModifiedBy>
  <cp:revision>127</cp:revision>
  <cp:lastPrinted>2017-06-27T06:37:46Z</cp:lastPrinted>
  <dcterms:created xsi:type="dcterms:W3CDTF">2024-07-15T14:16:58Z</dcterms:created>
  <dcterms:modified xsi:type="dcterms:W3CDTF">2025-02-24T14:43:27Z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0x0101001CD6A808F5B18B4EAF5BA513ACEC1F15</vt:lpwstr>
  </property>
  <property fmtid="{D5CDD505-2E9C-101B-9397-08002B2CF9AE}" pid="3" name="Order">
    <vt:r8>400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</Properties>
</file>