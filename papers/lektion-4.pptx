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09" r:id="rId6"/>
    <p:sldId id="307" r:id="rId7"/>
    <p:sldId id="314" r:id="rId8"/>
    <p:sldId id="315" r:id="rId9"/>
    <p:sldId id="308" r:id="rId10"/>
    <p:sldId id="316" r:id="rId11"/>
    <p:sldId id="317" r:id="rId12"/>
    <p:sldId id="319" r:id="rId13"/>
    <p:sldId id="318" r:id="rId14"/>
    <p:sldId id="295" r:id="rId15"/>
    <p:sldId id="298" r:id="rId16"/>
    <p:sldId id="272" r:id="rId17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Recap" id="{9D3D6EE0-2854-49B6-8A11-D3333306B6B7}">
          <p14:sldIdLst>
            <p14:sldId id="309"/>
            <p14:sldId id="307"/>
            <p14:sldId id="314"/>
            <p14:sldId id="315"/>
          </p14:sldIdLst>
        </p14:section>
        <p14:section name="Programm" id="{EDA0DBCE-7672-4BA6-A1C0-6154B6CA6049}">
          <p14:sldIdLst>
            <p14:sldId id="308"/>
            <p14:sldId id="316"/>
            <p14:sldId id="317"/>
            <p14:sldId id="319"/>
            <p14:sldId id="318"/>
          </p14:sldIdLst>
        </p14:section>
        <p14:section name="Abschluss" id="{BDD9CAB4-1E85-4AAD-9582-8A028B42FA47}">
          <p14:sldIdLst>
            <p14:sldId id="295"/>
            <p14:sldId id="298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2" autoAdjust="0"/>
    <p:restoredTop sz="90290" autoAdjust="0"/>
  </p:normalViewPr>
  <p:slideViewPr>
    <p:cSldViewPr snapToGrid="0">
      <p:cViewPr>
        <p:scale>
          <a:sx n="88" d="100"/>
          <a:sy n="88" d="100"/>
        </p:scale>
        <p:origin x="75" y="55"/>
      </p:cViewPr>
      <p:guideLst/>
    </p:cSldViewPr>
  </p:slideViewPr>
  <p:outlineViewPr>
    <p:cViewPr>
      <p:scale>
        <a:sx n="33" d="100"/>
        <a:sy n="33" d="100"/>
      </p:scale>
      <p:origin x="0" y="-857"/>
    </p:cViewPr>
  </p:outlin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09.02.2025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846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9967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4930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15:50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8691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15:59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794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09.02.2025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09.02.2025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  <a:prstGeom prst="roundRect">
            <a:avLst>
              <a:gd name="adj" fmla="val 268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lIns="216000" tIns="216000" rIns="216000" bIns="216000"/>
          <a:lstStyle>
            <a:lvl1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Mastertextformat bearbeiten</a:t>
            </a:r>
          </a:p>
          <a:p>
            <a:pPr lvl="1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Zweite Ebene</a:t>
            </a:r>
          </a:p>
          <a:p>
            <a:pPr lvl="2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Dritte Ebene</a:t>
            </a:r>
          </a:p>
          <a:p>
            <a:pPr lvl="3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Vierte Ebene</a:t>
            </a:r>
          </a:p>
          <a:p>
            <a:pPr lvl="4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	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31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09.02.2025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09.02.2025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09.02.2025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09.02.2025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4" r:id="rId6"/>
    <p:sldLayoutId id="2147483660" r:id="rId7"/>
    <p:sldLayoutId id="2147483651" r:id="rId8"/>
    <p:sldLayoutId id="2147483654" r:id="rId9"/>
    <p:sldLayoutId id="2147483655" r:id="rId10"/>
    <p:sldLayoutId id="2147483656" r:id="rId11"/>
    <p:sldLayoutId id="2147483652" r:id="rId12"/>
    <p:sldLayoutId id="2147483657" r:id="rId13"/>
    <p:sldLayoutId id="2147483658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l5js.org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Lektion 4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CH" dirty="0"/>
              <a:t>10.02.2025</a:t>
            </a:r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2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Maps mit </a:t>
            </a:r>
            <a:r>
              <a:rPr lang="de-CH" dirty="0" err="1"/>
              <a:t>Leaflet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28858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F2DFD-83CF-B8EC-E04E-F95C59C8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99BA8AF-2394-89BB-9C4E-F8602F5C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3</a:t>
            </a:fld>
            <a:endParaRPr lang="de-CH" dirty="0"/>
          </a:p>
        </p:txBody>
      </p:sp>
      <p:pic>
        <p:nvPicPr>
          <p:cNvPr id="8" name="Inhaltsplatzhalter 7" descr="Ein Bild, das Text, Karte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0F2849C3-EC17-CAB3-6532-6AE0224B2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053" y="-939281"/>
            <a:ext cx="3681704" cy="8181567"/>
          </a:xfrm>
        </p:spPr>
      </p:pic>
    </p:spTree>
    <p:extLst>
      <p:ext uri="{BB962C8B-B14F-4D97-AF65-F5344CB8AC3E}">
        <p14:creationId xmlns:p14="http://schemas.microsoft.com/office/powerpoint/2010/main" val="17357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BD10-5CDB-C08F-3F80-CA731347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3CA20A-99EB-F64A-23B8-CC151E54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B6B9C97-CC57-2E60-F5AB-010DD86D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8BA9380-F822-5497-FCAB-0165F2F26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algn="l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80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 </a:t>
            </a:r>
            <a:r>
              <a:rPr lang="de-CH" kern="1200" dirty="0" err="1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</a:t>
            </a: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1: Berechne die Geschwindigkeit mit der sich der User bewegt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800"/>
              </a:spcAft>
              <a:buClrTx/>
              <a:buSzPts val="2800"/>
              <a:buFont typeface="Arial" panose="020B0604020202020204" pitchFamily="34" charset="0"/>
              <a:buChar char="•"/>
            </a:pP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 </a:t>
            </a:r>
            <a:r>
              <a:rPr lang="de-CH" kern="1200" dirty="0" err="1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Bonus</a:t>
            </a: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2: Speichere die Route im </a:t>
            </a:r>
            <a:r>
              <a:rPr lang="de-CH" kern="1200" dirty="0" err="1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LocalStorage</a:t>
            </a:r>
            <a:r>
              <a:rPr lang="de-CH" kern="1200" dirty="0">
                <a:solidFill>
                  <a:srgbClr val="000000"/>
                </a:solidFill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 des Browsers und lass den User sie von einem Dropdown auswählen</a:t>
            </a:r>
            <a:endParaRPr lang="en-CH" dirty="0">
              <a:effectLst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07964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A563-3BB0-884C-C650-414D25B1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300EC-EA85-EA3D-A917-CE7EB770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r>
              <a:rPr lang="de-CH" dirty="0"/>
              <a:t>: 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07479C-928A-9FC3-FF42-563E9D1B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5</a:t>
            </a:fld>
            <a:endParaRPr lang="de-CH"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CAEC79D-6A04-F3CF-E97A-5649746DC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954"/>
          <a:stretch/>
        </p:blipFill>
        <p:spPr>
          <a:xfrm>
            <a:off x="838200" y="1806004"/>
            <a:ext cx="8002451" cy="4753741"/>
          </a:xfrm>
        </p:spPr>
      </p:pic>
    </p:spTree>
    <p:extLst>
      <p:ext uri="{BB962C8B-B14F-4D97-AF65-F5344CB8AC3E}">
        <p14:creationId xmlns:p14="http://schemas.microsoft.com/office/powerpoint/2010/main" val="311594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866FC-A433-F504-B596-7E9D8294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machen wir heute?</a:t>
            </a:r>
            <a:endParaRPr lang="LID4096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8F8568-2DFF-ECA6-DDA0-1036B8BD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5B918D7-5468-8803-A878-D5BFFE3E7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Aufgaben vom letzten Mal anschauen</a:t>
            </a:r>
          </a:p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</a:p>
          <a:p>
            <a:r>
              <a:rPr lang="de-CH" dirty="0"/>
              <a:t>Ideen und Konzept für Einzelarbeit überlegen</a:t>
            </a:r>
          </a:p>
        </p:txBody>
      </p:sp>
    </p:spTree>
    <p:extLst>
      <p:ext uri="{BB962C8B-B14F-4D97-AF65-F5344CB8AC3E}">
        <p14:creationId xmlns:p14="http://schemas.microsoft.com/office/powerpoint/2010/main" val="847198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B705518-112B-5FFD-52E6-8040C7E19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2107" y="2315255"/>
            <a:ext cx="8447314" cy="422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0C47726-3D0E-3ED4-342E-B18611E1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Integration von </a:t>
            </a:r>
            <a:r>
              <a:rPr lang="de-CH" dirty="0" err="1"/>
              <a:t>Machine</a:t>
            </a:r>
            <a:r>
              <a:rPr lang="de-CH" dirty="0"/>
              <a:t> Learning Modellen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A5DBD0-C7EA-8F4E-A5CC-0F031B577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7</a:t>
            </a:fld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F96C8B9-48B2-5B61-2812-34749E1A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>
                <a:hlinkClick r:id="rId3"/>
              </a:rPr>
              <a:t>https://ml5js.org/</a:t>
            </a:r>
            <a:endParaRPr lang="de-CH" dirty="0"/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09582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9AC95-1507-3053-AAFB-0AE2BCF0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D9067-53E8-F7CF-AE5F-B0D78ACE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7AC8213-1D86-B15C-FCDA-77C9008B6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Zeichne Linien auf ein Canvas mit einem </a:t>
            </a:r>
            <a:r>
              <a:rPr lang="de-CH" dirty="0" err="1"/>
              <a:t>HandPose</a:t>
            </a:r>
            <a:r>
              <a:rPr lang="de-CH" dirty="0"/>
              <a:t> Model:</a:t>
            </a:r>
          </a:p>
          <a:p>
            <a:pPr marL="0" indent="0">
              <a:buNone/>
            </a:pPr>
            <a:r>
              <a:rPr lang="de-CH" dirty="0"/>
              <a:t>Jeder Finger soll eine andere Farbe / Grösse darstellen</a:t>
            </a:r>
          </a:p>
          <a:p>
            <a:pPr marL="0" indent="0">
              <a:buNone/>
            </a:pPr>
            <a:endParaRPr lang="de-CH" dirty="0"/>
          </a:p>
          <a:p>
            <a:r>
              <a:rPr lang="de-CH" dirty="0"/>
              <a:t>Bonus: Versuche ein Schere-Stein-Papier-Spiel zu implementieren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466697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3FDA9-93EA-793A-1711-8218E849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Theorie-Inputs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7F1427-F196-49B8-2A82-49979F76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9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6221E0-1A15-135C-4743-EE7BF3746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Fehlende Theorie-Inputs und Aufgaben nachholen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8405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F1D510-6DFA-954E-020C-DE9B04F4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Überlegt euch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1DF8A84-33AE-5225-A845-4D903F46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10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786C88B-7D70-D613-5AC6-2598972C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Gibt es ein Thema in JavaScript, welches ihr noch gerne gemeinsam anschauen möchtet?</a:t>
            </a:r>
          </a:p>
          <a:p>
            <a:endParaRPr lang="de-CH" dirty="0"/>
          </a:p>
          <a:p>
            <a:r>
              <a:rPr lang="de-CH" dirty="0"/>
              <a:t>Was für ein Mini-Web-Projekt möchtet ihr in der verbleibenden Zeit machen?</a:t>
            </a:r>
          </a:p>
          <a:p>
            <a:pPr lvl="1"/>
            <a:r>
              <a:rPr lang="de-CH" dirty="0"/>
              <a:t>Schreibt ein Konzept, skizziert eure Idee</a:t>
            </a:r>
          </a:p>
          <a:p>
            <a:pPr lvl="1"/>
            <a:r>
              <a:rPr lang="de-CH" dirty="0"/>
              <a:t>Besprechung mit mir und dann </a:t>
            </a:r>
            <a:r>
              <a:rPr lang="de-CH" dirty="0" err="1"/>
              <a:t>let’s</a:t>
            </a:r>
            <a:r>
              <a:rPr lang="de-CH" dirty="0"/>
              <a:t> </a:t>
            </a:r>
            <a:r>
              <a:rPr lang="de-CH" dirty="0" err="1"/>
              <a:t>go</a:t>
            </a:r>
            <a:r>
              <a:rPr lang="de-CH" dirty="0"/>
              <a:t>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65303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Ausblick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Individuelle Erweiterung</a:t>
            </a:r>
          </a:p>
        </p:txBody>
      </p:sp>
    </p:spTree>
    <p:extLst>
      <p:ext uri="{BB962C8B-B14F-4D97-AF65-F5344CB8AC3E}">
        <p14:creationId xmlns:p14="http://schemas.microsoft.com/office/powerpoint/2010/main" val="193663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54B8E-2325-A7D7-2AC9-6809A909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Aufräumen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E9A9BC-671F-045C-2E69-81D87F03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73142B-56F2-E851-90A7-FA21492D8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40779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47CCA5-6703-4BA0-6EF7-4489A4881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Danke für die Teilnahme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98D8B2B-7C8C-C004-6F91-CEC37A9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39B304-5970-36B2-631B-BBCDDA616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Schönen Abend!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6703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Props1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38673</TotalTime>
  <Words>197</Words>
  <Application>Microsoft Office PowerPoint</Application>
  <PresentationFormat>Breitbild</PresentationFormat>
  <Paragraphs>57</Paragraphs>
  <Slides>13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Open Sans</vt:lpstr>
      <vt:lpstr>Open Sans Light</vt:lpstr>
      <vt:lpstr>Office</vt:lpstr>
      <vt:lpstr>JavaScript Fortgeschritten</vt:lpstr>
      <vt:lpstr>Recap</vt:lpstr>
      <vt:lpstr>Recap: Aufgabe</vt:lpstr>
      <vt:lpstr>Recap: Aufgabe</vt:lpstr>
      <vt:lpstr>Recap: Aufgabe</vt:lpstr>
      <vt:lpstr>Was machen wir heute?</vt:lpstr>
      <vt:lpstr>Integration von Machine Learning Modellen</vt:lpstr>
      <vt:lpstr>Aufgabe</vt:lpstr>
      <vt:lpstr>Theorie-Inputs</vt:lpstr>
      <vt:lpstr>Überlegt euch</vt:lpstr>
      <vt:lpstr>Ausblick</vt:lpstr>
      <vt:lpstr>Aufräumen</vt:lpstr>
      <vt:lpstr>Danke für die Teilnahme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Raphael Andres</cp:lastModifiedBy>
  <cp:revision>119</cp:revision>
  <cp:lastPrinted>2017-06-27T06:37:46Z</cp:lastPrinted>
  <dcterms:created xsi:type="dcterms:W3CDTF">2024-07-15T14:16:58Z</dcterms:created>
  <dcterms:modified xsi:type="dcterms:W3CDTF">2025-02-09T14:14:43Z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