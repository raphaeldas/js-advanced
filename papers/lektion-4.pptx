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309" r:id="rId6"/>
    <p:sldId id="307" r:id="rId7"/>
    <p:sldId id="314" r:id="rId8"/>
    <p:sldId id="315" r:id="rId9"/>
    <p:sldId id="308" r:id="rId10"/>
    <p:sldId id="316" r:id="rId11"/>
    <p:sldId id="317" r:id="rId12"/>
    <p:sldId id="319" r:id="rId13"/>
    <p:sldId id="318" r:id="rId14"/>
    <p:sldId id="320" r:id="rId15"/>
    <p:sldId id="295" r:id="rId16"/>
    <p:sldId id="298" r:id="rId17"/>
    <p:sldId id="272" r:id="rId18"/>
  </p:sldIdLst>
  <p:sldSz cx="12192000" cy="6858000"/>
  <p:notesSz cx="6797675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5EB01E9-6A61-4EDA-A65F-79D5A985319E}">
          <p14:sldIdLst>
            <p14:sldId id="256"/>
          </p14:sldIdLst>
        </p14:section>
        <p14:section name="Recap" id="{9D3D6EE0-2854-49B6-8A11-D3333306B6B7}">
          <p14:sldIdLst>
            <p14:sldId id="309"/>
            <p14:sldId id="307"/>
            <p14:sldId id="314"/>
            <p14:sldId id="315"/>
          </p14:sldIdLst>
        </p14:section>
        <p14:section name="Programm" id="{EDA0DBCE-7672-4BA6-A1C0-6154B6CA6049}">
          <p14:sldIdLst>
            <p14:sldId id="308"/>
            <p14:sldId id="316"/>
            <p14:sldId id="317"/>
            <p14:sldId id="319"/>
            <p14:sldId id="318"/>
            <p14:sldId id="320"/>
          </p14:sldIdLst>
        </p14:section>
        <p14:section name="Abschluss" id="{BDD9CAB4-1E85-4AAD-9582-8A028B42FA47}">
          <p14:sldIdLst>
            <p14:sldId id="295"/>
            <p14:sldId id="298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872" autoAdjust="0"/>
    <p:restoredTop sz="90290" autoAdjust="0"/>
  </p:normalViewPr>
  <p:slideViewPr>
    <p:cSldViewPr snapToGrid="0">
      <p:cViewPr varScale="1">
        <p:scale>
          <a:sx n="88" d="100"/>
          <a:sy n="88" d="100"/>
        </p:scale>
        <p:origin x="75" y="55"/>
      </p:cViewPr>
      <p:guideLst/>
    </p:cSldViewPr>
  </p:slideViewPr>
  <p:outlineViewPr>
    <p:cViewPr>
      <p:scale>
        <a:sx n="33" d="100"/>
        <a:sy n="33" d="100"/>
      </p:scale>
      <p:origin x="0" y="-857"/>
    </p:cViewPr>
  </p:outlineViewPr>
  <p:notesTextViewPr>
    <p:cViewPr>
      <p:scale>
        <a:sx n="104" d="100"/>
        <a:sy n="104" d="100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3D672-218E-44CF-A13C-71AB61B14F4F}" type="datetimeFigureOut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E10991-BCFF-4D39-9AF4-8FF9B3C6450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8065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598B-8DA1-4BBA-9EA9-DC1615E9868A}" type="datetimeFigureOut">
              <a:rPr lang="de-CH" smtClean="0"/>
              <a:t>10.02.2025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C940E-24E7-4D1A-B11D-DBBBB544974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952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Hallo zusammen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546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8463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6996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74930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15:50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8691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15:59</a:t>
            </a:r>
            <a:endParaRPr lang="LID4096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C940E-24E7-4D1A-B11D-DBBBB544974E}" type="slidenum">
              <a:rPr lang="de-CH" smtClean="0"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3794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10.02.2025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spcBef>
                <a:spcPts val="300"/>
              </a:spcBef>
              <a:spcAft>
                <a:spcPts val="800"/>
              </a:spcAft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lnSpc>
                <a:spcPct val="110000"/>
              </a:lnSpc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lnSpc>
                <a:spcPct val="110000"/>
              </a:lnSpc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922462"/>
            <a:ext cx="9144000" cy="2387600"/>
          </a:xfrm>
        </p:spPr>
        <p:txBody>
          <a:bodyPr anchor="b">
            <a:normAutofit/>
          </a:bodyPr>
          <a:lstStyle>
            <a:lvl1pPr algn="l">
              <a:defRPr sz="7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de-DE" dirty="0"/>
              <a:t>Titel durch Klicken hinzufügen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02137"/>
            <a:ext cx="9144000" cy="392285"/>
          </a:xfrm>
        </p:spPr>
        <p:txBody>
          <a:bodyPr>
            <a:normAutofit/>
          </a:bodyPr>
          <a:lstStyle>
            <a:lvl1pPr marL="0" indent="0" algn="l">
              <a:buNone/>
              <a:defRPr sz="2400" baseline="0">
                <a:solidFill>
                  <a:schemeClr val="bg1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durch Klicken hinzufügen</a:t>
            </a:r>
            <a:endParaRPr lang="de-CH" dirty="0"/>
          </a:p>
        </p:txBody>
      </p:sp>
      <p:sp>
        <p:nvSpPr>
          <p:cNvPr id="33" name="Textplatzhalter 32"/>
          <p:cNvSpPr>
            <a:spLocks noGrp="1"/>
          </p:cNvSpPr>
          <p:nvPr>
            <p:ph type="body" sz="quarter" idx="10" hasCustomPrompt="1"/>
          </p:nvPr>
        </p:nvSpPr>
        <p:spPr>
          <a:xfrm>
            <a:off x="1524001" y="4828832"/>
            <a:ext cx="9144000" cy="344530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Anlass durch Klicken hinzufügen</a:t>
            </a:r>
          </a:p>
        </p:txBody>
      </p:sp>
      <p:sp>
        <p:nvSpPr>
          <p:cNvPr id="36" name="Textplatzhalter 35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5198116"/>
            <a:ext cx="9144000" cy="395287"/>
          </a:xfrm>
        </p:spPr>
        <p:txBody>
          <a:bodyPr/>
          <a:lstStyle>
            <a:lvl1pPr marL="0" indent="0" algn="l">
              <a:buNone/>
              <a:defRPr sz="2000" baseline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de-DE" dirty="0"/>
              <a:t>Datum durch Klicken hinzufügen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810" y="225937"/>
            <a:ext cx="3584190" cy="129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884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175485"/>
            <a:ext cx="10515600" cy="1325563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641717"/>
            <a:ext cx="10515600" cy="3629025"/>
          </a:xfrm>
        </p:spPr>
        <p:txBody>
          <a:bodyPr/>
          <a:lstStyle>
            <a:lvl1pPr>
              <a:spcAft>
                <a:spcPts val="1200"/>
              </a:spcAft>
              <a:defRPr sz="3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spcAft>
                <a:spcPts val="1200"/>
              </a:spcAft>
              <a:defRPr sz="28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spcAft>
                <a:spcPts val="1200"/>
              </a:spcAft>
              <a:defRPr sz="24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spcAft>
                <a:spcPts val="1200"/>
              </a:spcAft>
              <a:defRPr sz="2000"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3F526-C1D0-4550-B781-F5C2F41E5AD9}" type="datetime1">
              <a:rPr lang="de-CH" smtClean="0"/>
              <a:t>10.02.2025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BEDEFE6B-CD47-48D6-8858-514CE6C5B606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2290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gross-ein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3472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nipp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1858879"/>
            <a:ext cx="10515600" cy="4450939"/>
          </a:xfrm>
          <a:prstGeom prst="roundRect">
            <a:avLst>
              <a:gd name="adj" fmla="val 2685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lIns="216000" tIns="216000" rIns="216000" bIns="216000"/>
          <a:lstStyle>
            <a:lvl1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0" indent="0" defTabSz="360363">
              <a:lnSpc>
                <a:spcPct val="114000"/>
              </a:lnSpc>
              <a:spcAft>
                <a:spcPts val="300"/>
              </a:spcAft>
              <a:buFont typeface="+mj-lt"/>
              <a:buNone/>
              <a:tabLst/>
              <a:defRPr kern="1000" baseline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</a:lstStyle>
          <a:p>
            <a:pPr lvl="0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Mastertextformat bearbeiten</a:t>
            </a:r>
          </a:p>
          <a:p>
            <a:pPr lvl="1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Zweite Ebene</a:t>
            </a:r>
          </a:p>
          <a:p>
            <a:pPr lvl="2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Dritte Ebene</a:t>
            </a:r>
          </a:p>
          <a:p>
            <a:pPr lvl="3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Vierte Ebene</a:t>
            </a:r>
          </a:p>
          <a:p>
            <a:pPr lvl="4"/>
            <a:r>
              <a:rPr lang="de-DE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			Fünfte Ebene</a:t>
            </a:r>
          </a:p>
        </p:txBody>
      </p:sp>
    </p:spTree>
    <p:extLst>
      <p:ext uri="{BB962C8B-B14F-4D97-AF65-F5344CB8AC3E}">
        <p14:creationId xmlns:p14="http://schemas.microsoft.com/office/powerpoint/2010/main" val="1031135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-gross-zwei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673640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Inhaltsplatzhalter 2"/>
          <p:cNvSpPr>
            <a:spLocks noGrp="1"/>
          </p:cNvSpPr>
          <p:nvPr>
            <p:ph idx="1"/>
          </p:nvPr>
        </p:nvSpPr>
        <p:spPr>
          <a:xfrm>
            <a:off x="838200" y="2132058"/>
            <a:ext cx="10515600" cy="4177760"/>
          </a:xfrm>
        </p:spPr>
        <p:txBody>
          <a:bodyPr/>
          <a:lstStyle>
            <a:lvl1pPr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>
                <a:solidFill>
                  <a:schemeClr val="bg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1406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6BCF4-0E81-4303-B76F-6C3D6B7E70BE}" type="datetime1">
              <a:rPr lang="de-CH" smtClean="0"/>
              <a:t>10.02.2025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616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2791312"/>
            <a:ext cx="10515600" cy="3429874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64979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Gro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6" name="Tabellenplatzhalter 6"/>
          <p:cNvSpPr>
            <a:spLocks noGrp="1"/>
          </p:cNvSpPr>
          <p:nvPr>
            <p:ph type="tbl" sz="quarter" idx="13"/>
          </p:nvPr>
        </p:nvSpPr>
        <p:spPr>
          <a:xfrm>
            <a:off x="838200" y="1623818"/>
            <a:ext cx="10515600" cy="4605532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840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298255"/>
            <a:ext cx="9138557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23D7E-84BA-4532-8AC0-0461707F3C45}" type="datetime1">
              <a:rPr lang="de-CH" smtClean="0"/>
              <a:t>10.02.2025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Diagrammplatzhalter 7"/>
          <p:cNvSpPr>
            <a:spLocks noGrp="1"/>
          </p:cNvSpPr>
          <p:nvPr>
            <p:ph type="chart" sz="quarter" idx="14"/>
          </p:nvPr>
        </p:nvSpPr>
        <p:spPr>
          <a:xfrm>
            <a:off x="838200" y="1644654"/>
            <a:ext cx="10515600" cy="4576532"/>
          </a:xfrm>
        </p:spPr>
        <p:txBody>
          <a:bodyPr/>
          <a:lstStyle/>
          <a:p>
            <a:r>
              <a:rPr lang="de-DE"/>
              <a:t>Diagramm durch Klicken auf Symbol 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093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Vo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8951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75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 ohn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494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6170612" y="2835388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Rechteck 11"/>
          <p:cNvSpPr/>
          <p:nvPr userDrawn="1"/>
        </p:nvSpPr>
        <p:spPr>
          <a:xfrm>
            <a:off x="838200" y="2822690"/>
            <a:ext cx="5159375" cy="33168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465943"/>
            <a:ext cx="10515600" cy="1325563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2823369"/>
            <a:ext cx="5157787" cy="47500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5366" y="3326603"/>
            <a:ext cx="5157787" cy="28093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0612" y="2822690"/>
            <a:ext cx="5183188" cy="475681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3329556"/>
            <a:ext cx="5183188" cy="28099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B2E98-33F3-4843-92CD-A9A795F13784}" type="datetime1">
              <a:rPr lang="de-CH" smtClean="0"/>
              <a:t>10.02.2025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077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46574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2896635"/>
            <a:ext cx="10515600" cy="3295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A1523D7E-84BA-4532-8AC0-0461707F3C45}" type="datetime1">
              <a:rPr lang="de-CH" smtClean="0"/>
              <a:pPr/>
              <a:t>10.02.2025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7759694E-24C5-490B-A8F1-97FE52F5A3A6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156" y="294900"/>
            <a:ext cx="1568334" cy="56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1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2" r:id="rId2"/>
    <p:sldLayoutId id="2147483649" r:id="rId3"/>
    <p:sldLayoutId id="2147483650" r:id="rId4"/>
    <p:sldLayoutId id="2147483659" r:id="rId5"/>
    <p:sldLayoutId id="2147483664" r:id="rId6"/>
    <p:sldLayoutId id="2147483660" r:id="rId7"/>
    <p:sldLayoutId id="2147483651" r:id="rId8"/>
    <p:sldLayoutId id="2147483654" r:id="rId9"/>
    <p:sldLayoutId id="2147483655" r:id="rId10"/>
    <p:sldLayoutId id="2147483656" r:id="rId11"/>
    <p:sldLayoutId id="2147483652" r:id="rId12"/>
    <p:sldLayoutId id="2147483657" r:id="rId13"/>
    <p:sldLayoutId id="2147483658" r:id="rId14"/>
    <p:sldLayoutId id="214748365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1">
              <a:lumMod val="50000"/>
            </a:schemeClr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l5js.org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JavaScript</a:t>
            </a:r>
            <a:br>
              <a:rPr lang="de-CH" dirty="0"/>
            </a:br>
            <a:r>
              <a:rPr lang="de-CH" dirty="0"/>
              <a:t>Fortgeschritten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EMVs WeJs4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de-CH" dirty="0"/>
              <a:t>Lektion 4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10.02.2025</a:t>
            </a:r>
          </a:p>
        </p:txBody>
      </p:sp>
    </p:spTree>
    <p:extLst>
      <p:ext uri="{BB962C8B-B14F-4D97-AF65-F5344CB8AC3E}">
        <p14:creationId xmlns:p14="http://schemas.microsoft.com/office/powerpoint/2010/main" val="3728267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2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Maps mit </a:t>
            </a:r>
            <a:r>
              <a:rPr lang="de-CH" dirty="0" err="1"/>
              <a:t>Leaflet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28858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8F2DFD-83CF-B8EC-E04E-F95C59C8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99BA8AF-2394-89BB-9C4E-F8602F5CE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3</a:t>
            </a:fld>
            <a:endParaRPr lang="de-CH" dirty="0"/>
          </a:p>
        </p:txBody>
      </p:sp>
      <p:pic>
        <p:nvPicPr>
          <p:cNvPr id="8" name="Inhaltsplatzhalter 7" descr="Ein Bild, das Text, Karte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0F2849C3-EC17-CAB3-6532-6AE0224B23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5053" y="-939281"/>
            <a:ext cx="3681704" cy="8181567"/>
          </a:xfrm>
        </p:spPr>
      </p:pic>
    </p:spTree>
    <p:extLst>
      <p:ext uri="{BB962C8B-B14F-4D97-AF65-F5344CB8AC3E}">
        <p14:creationId xmlns:p14="http://schemas.microsoft.com/office/powerpoint/2010/main" val="1735793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2BD10-5CDB-C08F-3F80-CA731347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CA20A-99EB-F64A-23B8-CC151E546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B6B9C97-CC57-2E60-F5AB-010DD86DE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4</a:t>
            </a:fld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8BA9380-F822-5497-FCAB-0165F2F26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l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800"/>
              </a:spcAft>
              <a:buClrTx/>
              <a:buSzPts val="2800"/>
              <a:buFont typeface="Arial" panose="020B0604020202020204" pitchFamily="34" charset="0"/>
              <a:buChar char="•"/>
            </a:pP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1: Berechne die Geschwindigkeit mit der sich der User bewegt</a:t>
            </a:r>
          </a:p>
          <a:p>
            <a:pPr marL="228600" indent="-228600" algn="l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800"/>
              </a:spcAft>
              <a:buClrTx/>
              <a:buSzPts val="2800"/>
              <a:buFont typeface="Arial" panose="020B0604020202020204" pitchFamily="34" charset="0"/>
              <a:buChar char="•"/>
            </a:pP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Bonus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2: Speichere die Route im </a:t>
            </a:r>
            <a:r>
              <a:rPr lang="de-CH" kern="1200" dirty="0" err="1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LocalStorage</a:t>
            </a:r>
            <a:r>
              <a:rPr lang="de-CH" kern="1200" dirty="0">
                <a:solidFill>
                  <a:srgbClr val="000000"/>
                </a:solidFill>
                <a:effectLst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des Browsers und lass den User sie von einem Dropdown auswählen</a:t>
            </a:r>
            <a:endParaRPr lang="en-CH" dirty="0">
              <a:effectLst/>
            </a:endParaRP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79643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EA563-3BB0-884C-C650-414D25B1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0300EC-EA85-EA3D-A917-CE7EB770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r>
              <a:rPr lang="de-CH" dirty="0"/>
              <a:t>: 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307479C-928A-9FC3-FF42-563E9D1B3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5</a:t>
            </a:fld>
            <a:endParaRPr lang="de-CH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9CAEC79D-6A04-F3CF-E97A-5649746DC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4954"/>
          <a:stretch/>
        </p:blipFill>
        <p:spPr>
          <a:xfrm>
            <a:off x="838200" y="1806004"/>
            <a:ext cx="8002451" cy="4753741"/>
          </a:xfrm>
        </p:spPr>
      </p:pic>
    </p:spTree>
    <p:extLst>
      <p:ext uri="{BB962C8B-B14F-4D97-AF65-F5344CB8AC3E}">
        <p14:creationId xmlns:p14="http://schemas.microsoft.com/office/powerpoint/2010/main" val="3115947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3866FC-A433-F504-B596-7E9D82948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machen wir heute?</a:t>
            </a:r>
            <a:endParaRPr lang="LID4096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8F8568-2DFF-ECA6-DDA0-1036B8BD7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EFE6B-CD47-48D6-8858-514CE6C5B606}" type="slidenum">
              <a:rPr lang="de-CH" smtClean="0"/>
              <a:pPr/>
              <a:t>6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5B918D7-5468-8803-A878-D5BFFE3E7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Aufgaben vom letzten Mal anschauen</a:t>
            </a:r>
          </a:p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</a:p>
          <a:p>
            <a:r>
              <a:rPr lang="de-CH" dirty="0"/>
              <a:t>Ideen und Konzept für Einzelarbeit überlegen</a:t>
            </a:r>
          </a:p>
        </p:txBody>
      </p:sp>
    </p:spTree>
    <p:extLst>
      <p:ext uri="{BB962C8B-B14F-4D97-AF65-F5344CB8AC3E}">
        <p14:creationId xmlns:p14="http://schemas.microsoft.com/office/powerpoint/2010/main" val="847198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1B705518-112B-5FFD-52E6-8040C7E19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2107" y="2315255"/>
            <a:ext cx="8447314" cy="4223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0C47726-3D0E-3ED4-342E-B18611E15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Integration von </a:t>
            </a:r>
            <a:r>
              <a:rPr lang="de-CH" dirty="0" err="1"/>
              <a:t>Machine</a:t>
            </a:r>
            <a:r>
              <a:rPr lang="de-CH" dirty="0"/>
              <a:t> Learning Modellen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A5DBD0-C7EA-8F4E-A5CC-0F031B577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F96C8B9-48B2-5B61-2812-34749E1A1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3"/>
              </a:rPr>
              <a:t>https://ml5js.org/</a:t>
            </a:r>
            <a:endParaRPr lang="de-CH" dirty="0"/>
          </a:p>
          <a:p>
            <a:pPr marL="0" indent="0">
              <a:buNone/>
            </a:pP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209582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A9AC95-1507-3053-AAFB-0AE2BCF00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Aufgabe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5D9067-53E8-F7CF-AE5F-B0D78ACE0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8</a:t>
            </a:fld>
            <a:endParaRPr lang="de-CH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7AC8213-1D86-B15C-FCDA-77C9008B6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8879"/>
            <a:ext cx="10588690" cy="4450939"/>
          </a:xfrm>
        </p:spPr>
        <p:txBody>
          <a:bodyPr/>
          <a:lstStyle/>
          <a:p>
            <a:r>
              <a:rPr lang="de-CH" dirty="0"/>
              <a:t>Zeichne mit Finger-Gesten Linien / Punkte auf ein Canvas</a:t>
            </a:r>
          </a:p>
          <a:p>
            <a:r>
              <a:rPr lang="de-CH" dirty="0"/>
              <a:t>Bonus: Jeder Finger soll eine andere Farbe / Grösse darstellen</a:t>
            </a:r>
          </a:p>
          <a:p>
            <a:endParaRPr lang="de-CH" dirty="0"/>
          </a:p>
          <a:p>
            <a:r>
              <a:rPr lang="de-CH" dirty="0"/>
              <a:t>Zähle, wie viele Finger jemand in die Höhe hält</a:t>
            </a:r>
          </a:p>
          <a:p>
            <a:r>
              <a:rPr lang="de-CH" dirty="0"/>
              <a:t>Bonus: Versuche ein Schere-Stein-Papier-Spiel zu implementieren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466697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3FDA9-93EA-793A-1711-8218E849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Theorie-Inputs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7F1427-F196-49B8-2A82-49979F76B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9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6221E0-1A15-135C-4743-EE7BF3746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Fehlende Theorie-Inputs und Aufgaben nachholen</a:t>
            </a:r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84057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F1D510-6DFA-954E-020C-DE9B04F41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Überlegt euch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1DF8A84-33AE-5225-A845-4D903F460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10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86C88B-7D70-D613-5AC6-2598972CF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Gibt es ein Thema in JavaScript, welches ihr noch gerne gemeinsam anschauen möchtet?</a:t>
            </a: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6530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CE6916-E3C4-FC52-2916-F0D2D231E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6487-AFA0-D4F8-034F-C9AD1D459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Überlegt euch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3416C37-8150-571F-1412-10E616090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11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3EB336-1E0E-E934-A551-A8F14B62C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Gibt es ein Thema in JavaScript, welches ihr noch gerne gemeinsam anschauen möchtet?</a:t>
            </a:r>
          </a:p>
          <a:p>
            <a:endParaRPr lang="de-CH" dirty="0"/>
          </a:p>
          <a:p>
            <a:r>
              <a:rPr lang="de-CH" dirty="0"/>
              <a:t>Was für ein Mini-Web-Projekt möchtet ihr in der verbleibenden Zeit machen?</a:t>
            </a:r>
          </a:p>
          <a:p>
            <a:pPr lvl="1"/>
            <a:r>
              <a:rPr lang="de-CH" dirty="0"/>
              <a:t>Schreibt ein Konzept, skizziert eure Idee</a:t>
            </a:r>
          </a:p>
          <a:p>
            <a:pPr lvl="1"/>
            <a:r>
              <a:rPr lang="de-CH" dirty="0"/>
              <a:t>Besprechung mit mir und dann </a:t>
            </a:r>
            <a:r>
              <a:rPr lang="de-CH" dirty="0" err="1"/>
              <a:t>let’s</a:t>
            </a:r>
            <a:r>
              <a:rPr lang="de-CH" dirty="0"/>
              <a:t> </a:t>
            </a:r>
            <a:r>
              <a:rPr lang="de-CH" dirty="0" err="1"/>
              <a:t>go</a:t>
            </a:r>
            <a:r>
              <a:rPr lang="de-CH" dirty="0"/>
              <a:t>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63735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Ausblick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12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Follow-Up ML5</a:t>
            </a:r>
          </a:p>
        </p:txBody>
      </p:sp>
    </p:spTree>
    <p:extLst>
      <p:ext uri="{BB962C8B-B14F-4D97-AF65-F5344CB8AC3E}">
        <p14:creationId xmlns:p14="http://schemas.microsoft.com/office/powerpoint/2010/main" val="1936636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454B8E-2325-A7D7-2AC9-6809A9097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Aufräumen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E9A9BC-671F-045C-2E69-81D87F03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13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773142B-56F2-E851-90A7-FA21492D8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40779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7CCA5-6703-4BA0-6EF7-4489A4881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Danke für die Teilnahme</a:t>
            </a:r>
            <a:endParaRPr lang="LID4096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8D8B2B-7C8C-C004-6F91-CEC37A97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9694E-24C5-490B-A8F1-97FE52F5A3A6}" type="slidenum">
              <a:rPr lang="de-CH" smtClean="0"/>
              <a:pPr/>
              <a:t>14</a:t>
            </a:fld>
            <a:endParaRPr lang="de-CH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39B304-5970-36B2-631B-BBCDDA616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Schönen Abend!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6703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9AC2234F-DF7A-4081-BED1-1053B5B0BD96}" vid="{15C4B576-1271-49EA-B783-F07F3A36BB6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1dbf6c8a-8f63-44bb-83c7-9ba9b5d4efe9" xsi:nil="true"/>
    <lcf76f155ced4ddcb4097134ff3c332f xmlns="1dbf6c8a-8f63-44bb-83c7-9ba9b5d4efe9">
      <Terms xmlns="http://schemas.microsoft.com/office/infopath/2007/PartnerControls"/>
    </lcf76f155ced4ddcb4097134ff3c332f>
    <TaxCatchAll xmlns="06172d57-5d51-4d29-806c-4b74cd92957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6A808F5B18B4EAF5BA513ACEC1F15" ma:contentTypeVersion="14" ma:contentTypeDescription="Crée un document." ma:contentTypeScope="" ma:versionID="90cadc050c97ef17732eccf05f282cbe">
  <xsd:schema xmlns:xsd="http://www.w3.org/2001/XMLSchema" xmlns:xs="http://www.w3.org/2001/XMLSchema" xmlns:p="http://schemas.microsoft.com/office/2006/metadata/properties" xmlns:ns2="1dbf6c8a-8f63-44bb-83c7-9ba9b5d4efe9" xmlns:ns3="06172d57-5d51-4d29-806c-4b74cd929571" targetNamespace="http://schemas.microsoft.com/office/2006/metadata/properties" ma:root="true" ma:fieldsID="4f5492ae7e1fa14b86c16250e6d1a161" ns2:_="" ns3:_="">
    <xsd:import namespace="1dbf6c8a-8f63-44bb-83c7-9ba9b5d4efe9"/>
    <xsd:import namespace="06172d57-5d51-4d29-806c-4b74cd9295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bf6c8a-8f63-44bb-83c7-9ba9b5d4e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d6bbf82-059b-4f28-9a20-fb972382e10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172d57-5d51-4d29-806c-4b74cd929571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3a3d301-c4de-4108-9014-f47ae7564939}" ma:internalName="TaxCatchAll" ma:showField="CatchAllData" ma:web="06172d57-5d51-4d29-806c-4b74cd9295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5C5BEF-A826-4D32-BB75-8169F3E7AF17}">
  <ds:schemaRefs>
    <ds:schemaRef ds:uri="http://schemas.microsoft.com/office/2006/metadata/properties"/>
    <ds:schemaRef ds:uri="http://schemas.microsoft.com/office/infopath/2007/PartnerControls"/>
    <ds:schemaRef ds:uri="1dbf6c8a-8f63-44bb-83c7-9ba9b5d4efe9"/>
    <ds:schemaRef ds:uri="06172d57-5d51-4d29-806c-4b74cd929571"/>
  </ds:schemaRefs>
</ds:datastoreItem>
</file>

<file path=customXml/itemProps2.xml><?xml version="1.0" encoding="utf-8"?>
<ds:datastoreItem xmlns:ds="http://schemas.openxmlformats.org/officeDocument/2006/customXml" ds:itemID="{1AE3F8FF-813C-4132-BE80-C573B634B9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DE9BA2F-C062-493E-910C-72A955AF13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bf6c8a-8f63-44bb-83c7-9ba9b5d4efe9"/>
    <ds:schemaRef ds:uri="06172d57-5d51-4d29-806c-4b74cd9295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Präsentation</Template>
  <TotalTime>39094</TotalTime>
  <Words>226</Words>
  <Application>Microsoft Office PowerPoint</Application>
  <PresentationFormat>Breitbild</PresentationFormat>
  <Paragraphs>61</Paragraphs>
  <Slides>14</Slides>
  <Notes>6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Arial</vt:lpstr>
      <vt:lpstr>Calibri</vt:lpstr>
      <vt:lpstr>Open Sans</vt:lpstr>
      <vt:lpstr>Open Sans Light</vt:lpstr>
      <vt:lpstr>Office</vt:lpstr>
      <vt:lpstr>JavaScript Fortgeschritten</vt:lpstr>
      <vt:lpstr>Recap</vt:lpstr>
      <vt:lpstr>Recap: Aufgabe</vt:lpstr>
      <vt:lpstr>Recap: Aufgabe</vt:lpstr>
      <vt:lpstr>Recap: Aufgabe</vt:lpstr>
      <vt:lpstr>Was machen wir heute?</vt:lpstr>
      <vt:lpstr>Integration von Machine Learning Modellen</vt:lpstr>
      <vt:lpstr>Aufgabe</vt:lpstr>
      <vt:lpstr>Theorie-Inputs</vt:lpstr>
      <vt:lpstr>Überlegt euch</vt:lpstr>
      <vt:lpstr>Überlegt euch</vt:lpstr>
      <vt:lpstr>Ausblick</vt:lpstr>
      <vt:lpstr>Aufräumen</vt:lpstr>
      <vt:lpstr>Danke für die Teilnahme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Raphael Andres</dc:creator>
  <cp:lastModifiedBy>Raphael Andres</cp:lastModifiedBy>
  <cp:revision>121</cp:revision>
  <cp:lastPrinted>2017-06-27T06:37:46Z</cp:lastPrinted>
  <dcterms:created xsi:type="dcterms:W3CDTF">2024-07-15T14:16:58Z</dcterms:created>
  <dcterms:modified xsi:type="dcterms:W3CDTF">2025-02-10T16:10:46Z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0x0101001CD6A808F5B18B4EAF5BA513ACEC1F15</vt:lpwstr>
  </property>
  <property fmtid="{D5CDD505-2E9C-101B-9397-08002B2CF9AE}" pid="3" name="Order">
    <vt:r8>400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</Properties>
</file>