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73" r:id="rId6"/>
    <p:sldId id="274" r:id="rId7"/>
    <p:sldId id="275" r:id="rId8"/>
    <p:sldId id="263" r:id="rId9"/>
    <p:sldId id="276" r:id="rId10"/>
    <p:sldId id="277" r:id="rId11"/>
    <p:sldId id="299" r:id="rId12"/>
    <p:sldId id="278" r:id="rId13"/>
    <p:sldId id="279" r:id="rId14"/>
    <p:sldId id="281" r:id="rId15"/>
    <p:sldId id="300" r:id="rId16"/>
    <p:sldId id="301" r:id="rId17"/>
    <p:sldId id="306" r:id="rId18"/>
    <p:sldId id="302" r:id="rId19"/>
    <p:sldId id="303" r:id="rId20"/>
    <p:sldId id="304" r:id="rId21"/>
    <p:sldId id="305" r:id="rId22"/>
    <p:sldId id="307" r:id="rId23"/>
    <p:sldId id="295" r:id="rId24"/>
    <p:sldId id="298" r:id="rId25"/>
    <p:sldId id="272" r:id="rId26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5EB01E9-6A61-4EDA-A65F-79D5A985319E}">
          <p14:sldIdLst>
            <p14:sldId id="256"/>
          </p14:sldIdLst>
        </p14:section>
        <p14:section name="Einführung" id="{E99AF5F5-81FD-4429-ADD9-4AAE96843E5B}">
          <p14:sldIdLst>
            <p14:sldId id="273"/>
            <p14:sldId id="274"/>
            <p14:sldId id="275"/>
            <p14:sldId id="263"/>
            <p14:sldId id="276"/>
            <p14:sldId id="277"/>
            <p14:sldId id="299"/>
            <p14:sldId id="278"/>
            <p14:sldId id="279"/>
            <p14:sldId id="281"/>
            <p14:sldId id="300"/>
            <p14:sldId id="301"/>
            <p14:sldId id="306"/>
          </p14:sldIdLst>
        </p14:section>
        <p14:section name="APIs abfragen" id="{54A0B6D3-0D83-44D2-8DFF-A3D0AB70C3CF}">
          <p14:sldIdLst>
            <p14:sldId id="302"/>
            <p14:sldId id="303"/>
            <p14:sldId id="304"/>
            <p14:sldId id="305"/>
            <p14:sldId id="307"/>
          </p14:sldIdLst>
        </p14:section>
        <p14:section name="Abschluss" id="{BDD9CAB4-1E85-4AAD-9582-8A028B42FA47}">
          <p14:sldIdLst>
            <p14:sldId id="295"/>
            <p14:sldId id="298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0290" autoAdjust="0"/>
  </p:normalViewPr>
  <p:slideViewPr>
    <p:cSldViewPr snapToGrid="0">
      <p:cViewPr>
        <p:scale>
          <a:sx n="80" d="100"/>
          <a:sy n="80" d="100"/>
        </p:scale>
        <p:origin x="370" y="34"/>
      </p:cViewPr>
      <p:guideLst/>
    </p:cSldViewPr>
  </p:slideViewPr>
  <p:notesTextViewPr>
    <p:cViewPr>
      <p:scale>
        <a:sx n="104" d="100"/>
        <a:sy n="104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D672-218E-44CF-A13C-71AB61B14F4F}" type="datetimeFigureOut">
              <a:rPr lang="de-CH" smtClean="0"/>
              <a:t>19.01.2025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10991-BCFF-4D39-9AF4-8FF9B3C6450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88065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598B-8DA1-4BBA-9EA9-DC1615E9868A}" type="datetimeFigureOut">
              <a:rPr lang="de-CH" smtClean="0"/>
              <a:t>19.01.2025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940E-24E7-4D1A-B11D-DBBBB544974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952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Hallo zusammen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546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9967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1535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11476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Will mit euch praktisch die Themen erarbeiten.</a:t>
            </a:r>
          </a:p>
          <a:p>
            <a:r>
              <a:rPr lang="de-CH" dirty="0"/>
              <a:t>Etwas weniges </a:t>
            </a:r>
            <a:r>
              <a:rPr lang="de-CH" dirty="0" err="1"/>
              <a:t>theorie</a:t>
            </a:r>
            <a:r>
              <a:rPr lang="de-CH" dirty="0"/>
              <a:t> muss sein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/>
              <a:t>Fehler sind nicht ausgeschlossen, Gebt Feedback, zu viel &lt;-&gt; zu wenig, langweilig, super spannend, zusammen überarbeiten</a:t>
            </a:r>
            <a:endParaRPr lang="LID4096" dirty="0"/>
          </a:p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62464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C007E-1867-744D-832E-2E2E0E33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F36001A-3549-C688-5693-BC133242E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EB05B71-E72A-7EFE-C205-24C14E647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C03071-EFAD-0F33-2347-CCCADB429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66191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61484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4233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23448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Erwartung zeigen: http://localhost:5500/api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4690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4930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8691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15:59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63794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19.01.2025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19.01.2025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lnSpc>
                <a:spcPct val="110000"/>
              </a:lnSpc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922462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hinzufügen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402137"/>
            <a:ext cx="9144000" cy="392285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durch Klicken hinzufügen</a:t>
            </a:r>
            <a:endParaRPr lang="de-CH" dirty="0"/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28832"/>
            <a:ext cx="9144000" cy="34453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Anlass durch Klicken hinzufügen</a:t>
            </a:r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198116"/>
            <a:ext cx="9144000" cy="395287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Datum durch Klicken hinzufügen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810" y="225937"/>
            <a:ext cx="3584190" cy="129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884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Aft>
                <a:spcPts val="12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19.01.2025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19.01.2025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gross-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673640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19.01.2025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2132058"/>
            <a:ext cx="10515600" cy="4177760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1406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BCF4-0E81-4303-B76F-6C3D6B7E70BE}" type="datetime1">
              <a:rPr lang="de-CH" smtClean="0"/>
              <a:t>19.01.2025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616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19.01.2025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2791312"/>
            <a:ext cx="10515600" cy="3429874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6497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19.01.2025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1623818"/>
            <a:ext cx="10515600" cy="460553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084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19.01.2025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4"/>
          </p:nvPr>
        </p:nvSpPr>
        <p:spPr>
          <a:xfrm>
            <a:off x="838200" y="1644654"/>
            <a:ext cx="10515600" cy="4576532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24093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Vo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9518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175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494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6170612" y="2835388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 11"/>
          <p:cNvSpPr/>
          <p:nvPr userDrawn="1"/>
        </p:nvSpPr>
        <p:spPr>
          <a:xfrm>
            <a:off x="838200" y="2822690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465943"/>
            <a:ext cx="10515600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2823369"/>
            <a:ext cx="5157787" cy="4750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5366" y="3326603"/>
            <a:ext cx="5157787" cy="28093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0612" y="2822690"/>
            <a:ext cx="5183188" cy="475681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3329556"/>
            <a:ext cx="5183188" cy="2809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E98-33F3-4843-92CD-A9A795F13784}" type="datetime1">
              <a:rPr lang="de-CH" smtClean="0"/>
              <a:t>19.01.2025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0779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37C1A-9586-E00B-E9C3-44DE97FD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5" y="141432"/>
            <a:ext cx="10882745" cy="1142423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D200C2-8DA4-976A-A862-817A390A2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AC3E87-3131-074D-A704-7E2E48525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EC1BDE-DF09-CC95-6B19-FDD1D3D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499C-A6CC-4B08-A018-E3879373337C}" type="datetimeFigureOut">
              <a:rPr lang="de-CH" smtClean="0"/>
              <a:t>19.01.2025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C35B77-75BE-26A5-A562-27524DFD4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DA8611-164A-05C9-2897-7880CD47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47631-D23E-4F68-A65A-9F8E2561024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95339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465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2896635"/>
            <a:ext cx="10515600" cy="3295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A1523D7E-84BA-4532-8AC0-0461707F3C45}" type="datetime1">
              <a:rPr lang="de-CH" smtClean="0"/>
              <a:pPr/>
              <a:t>19.01.2025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156" y="294900"/>
            <a:ext cx="1568334" cy="56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1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49" r:id="rId3"/>
    <p:sldLayoutId id="2147483650" r:id="rId4"/>
    <p:sldLayoutId id="2147483659" r:id="rId5"/>
    <p:sldLayoutId id="2147483660" r:id="rId6"/>
    <p:sldLayoutId id="2147483651" r:id="rId7"/>
    <p:sldLayoutId id="2147483654" r:id="rId8"/>
    <p:sldLayoutId id="2147483655" r:id="rId9"/>
    <p:sldLayoutId id="2147483656" r:id="rId10"/>
    <p:sldLayoutId id="2147483652" r:id="rId11"/>
    <p:sldLayoutId id="2147483657" r:id="rId12"/>
    <p:sldLayoutId id="2147483658" r:id="rId13"/>
    <p:sldLayoutId id="2147483653" r:id="rId14"/>
    <p:sldLayoutId id="214748366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pi3.geo.admin.ch/services/sdiservice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JavaScript</a:t>
            </a:r>
            <a:br>
              <a:rPr lang="de-CH" dirty="0"/>
            </a:br>
            <a:r>
              <a:rPr lang="de-CH" dirty="0"/>
              <a:t>Fortgeschritten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EMVs WeJs4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Lektion 1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CH" dirty="0"/>
              <a:t>20.01.2025</a:t>
            </a:r>
          </a:p>
        </p:txBody>
      </p:sp>
    </p:spTree>
    <p:extLst>
      <p:ext uri="{BB962C8B-B14F-4D97-AF65-F5344CB8AC3E}">
        <p14:creationId xmlns:p14="http://schemas.microsoft.com/office/powerpoint/2010/main" val="3728267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66FC-A433-F504-B596-7E9D829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Einführung ins Modul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F8568-2DFF-ECA6-DDA0-1036B8BD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5B918D7-5468-8803-A878-D5BFFE3E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Vorstellungsrunde</a:t>
            </a:r>
          </a:p>
          <a:p>
            <a:r>
              <a:rPr lang="de-CH" dirty="0"/>
              <a:t>Was machen wir in diesem Modul?</a:t>
            </a:r>
          </a:p>
          <a:p>
            <a:r>
              <a:rPr lang="de-CH" dirty="0"/>
              <a:t>Erste Schritte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9230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3F0E784-576E-B936-4113-6C920F0DB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Wer bin ich?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9987CC-D488-2496-58C7-EFB8A124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3</a:t>
            </a:fld>
            <a:endParaRPr lang="de-CH" dirty="0"/>
          </a:p>
        </p:txBody>
      </p:sp>
      <p:pic>
        <p:nvPicPr>
          <p:cNvPr id="8" name="Inhaltsplatzhalter 7" descr="Ein Bild, das Menschliches Gesicht, Person, Kleidung, Lächeln enthält.&#10;&#10;Automatisch generierte Beschreibung">
            <a:extLst>
              <a:ext uri="{FF2B5EF4-FFF2-40B4-BE49-F238E27FC236}">
                <a16:creationId xmlns:a16="http://schemas.microsoft.com/office/drawing/2014/main" id="{3C46D5F3-BC6C-7948-85D1-5278D1CFA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999" y="1547813"/>
            <a:ext cx="4635851" cy="4552950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A5343A17-35F7-7038-2549-44A8AFBED030}"/>
              </a:ext>
            </a:extLst>
          </p:cNvPr>
          <p:cNvSpPr txBox="1">
            <a:spLocks/>
          </p:cNvSpPr>
          <p:nvPr/>
        </p:nvSpPr>
        <p:spPr>
          <a:xfrm>
            <a:off x="838200" y="1756673"/>
            <a:ext cx="10515600" cy="4553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300"/>
              </a:spcBef>
              <a:spcAft>
                <a:spcPts val="800"/>
              </a:spcAft>
            </a:pPr>
            <a:r>
              <a:rPr lang="de-CH" dirty="0"/>
              <a:t>Raphael Andres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800"/>
              </a:spcAft>
            </a:pPr>
            <a:r>
              <a:rPr lang="de-CH" dirty="0"/>
              <a:t>Mediamatiker EFZ,</a:t>
            </a:r>
            <a:br>
              <a:rPr lang="de-CH" dirty="0"/>
            </a:br>
            <a:r>
              <a:rPr lang="de-CH" dirty="0"/>
              <a:t>Digital Ideation Studium HSLU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800"/>
              </a:spcAft>
            </a:pPr>
            <a:r>
              <a:rPr lang="de-CH" dirty="0"/>
              <a:t>Seit 4 Jahren Software</a:t>
            </a:r>
            <a:br>
              <a:rPr lang="de-CH" dirty="0"/>
            </a:br>
            <a:r>
              <a:rPr lang="de-CH" dirty="0"/>
              <a:t>Entwickler bei iart in Basel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800"/>
              </a:spcAft>
            </a:pPr>
            <a:r>
              <a:rPr lang="de-CH" dirty="0"/>
              <a:t>Seit 2 Jahren BFO Lehrperson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800"/>
              </a:spcAft>
            </a:pPr>
            <a:r>
              <a:rPr lang="de-CH" dirty="0"/>
              <a:t>Dieses Modul zum ersten Mal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7988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ML5 – Wikipedia">
            <a:extLst>
              <a:ext uri="{FF2B5EF4-FFF2-40B4-BE49-F238E27FC236}">
                <a16:creationId xmlns:a16="http://schemas.microsoft.com/office/drawing/2014/main" id="{49500060-E232-ABFF-0AA1-10C503602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040" y="2010099"/>
            <a:ext cx="1937863" cy="193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scading Style Sheets – Wikipedia">
            <a:extLst>
              <a:ext uri="{FF2B5EF4-FFF2-40B4-BE49-F238E27FC236}">
                <a16:creationId xmlns:a16="http://schemas.microsoft.com/office/drawing/2014/main" id="{E50E6744-B868-14DE-2872-FC04D0EC2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749" y="2010099"/>
            <a:ext cx="1373550" cy="193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vaScript logo and symbol, meaning, history, PNG">
            <a:extLst>
              <a:ext uri="{FF2B5EF4-FFF2-40B4-BE49-F238E27FC236}">
                <a16:creationId xmlns:a16="http://schemas.microsoft.com/office/drawing/2014/main" id="{E5F700D4-4520-CB27-28C6-E23D6EB3A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9" r="21475"/>
          <a:stretch/>
        </p:blipFill>
        <p:spPr bwMode="auto">
          <a:xfrm>
            <a:off x="8362504" y="1999897"/>
            <a:ext cx="1731621" cy="194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EB720CD-5F57-3F8A-D4D8-C6D4FE0AF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040" y="4596519"/>
            <a:ext cx="1937863" cy="168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B477C384-BADE-C841-AFFA-A8C7C6C65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12" y="4452581"/>
            <a:ext cx="1824492" cy="182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apacitor Logo PNG Vector (SVG) Free Download">
            <a:extLst>
              <a:ext uri="{FF2B5EF4-FFF2-40B4-BE49-F238E27FC236}">
                <a16:creationId xmlns:a16="http://schemas.microsoft.com/office/drawing/2014/main" id="{92E837AA-76E4-941D-95FC-3D142B14A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573" y="4596521"/>
            <a:ext cx="1680552" cy="168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el 4">
            <a:extLst>
              <a:ext uri="{FF2B5EF4-FFF2-40B4-BE49-F238E27FC236}">
                <a16:creationId xmlns:a16="http://schemas.microsoft.com/office/drawing/2014/main" id="{637AD08F-8861-EF13-EDFD-48C770D8E8A0}"/>
              </a:ext>
            </a:extLst>
          </p:cNvPr>
          <p:cNvSpPr txBox="1">
            <a:spLocks/>
          </p:cNvSpPr>
          <p:nvPr/>
        </p:nvSpPr>
        <p:spPr>
          <a:xfrm>
            <a:off x="838200" y="298255"/>
            <a:ext cx="9138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sz="5400" dirty="0"/>
              <a:t>Frontend | </a:t>
            </a:r>
            <a:r>
              <a:rPr lang="en-GB" sz="5400" dirty="0" err="1"/>
              <a:t>Webtechnologien</a:t>
            </a:r>
            <a:endParaRPr lang="LID4096" sz="5400" dirty="0"/>
          </a:p>
        </p:txBody>
      </p:sp>
    </p:spTree>
    <p:extLst>
      <p:ext uri="{BB962C8B-B14F-4D97-AF65-F5344CB8AC3E}">
        <p14:creationId xmlns:p14="http://schemas.microsoft.com/office/powerpoint/2010/main" val="3528615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6512A5A-B867-869E-A743-3504E8AE86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7"/>
          <a:stretch/>
        </p:blipFill>
        <p:spPr bwMode="auto">
          <a:xfrm>
            <a:off x="8230863" y="2299474"/>
            <a:ext cx="1525858" cy="155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68C0B98-781C-BC0C-7A06-E583A065D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067" y="2270692"/>
            <a:ext cx="5748537" cy="154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ress and Media Resources - Docker">
            <a:extLst>
              <a:ext uri="{FF2B5EF4-FFF2-40B4-BE49-F238E27FC236}">
                <a16:creationId xmlns:a16="http://schemas.microsoft.com/office/drawing/2014/main" id="{4268876C-267F-2270-108B-5F563A8EC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436" y="4303044"/>
            <a:ext cx="6067127" cy="155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8BA8C136-32F2-0EFB-A769-490FF18A767F}"/>
              </a:ext>
            </a:extLst>
          </p:cNvPr>
          <p:cNvSpPr txBox="1">
            <a:spLocks/>
          </p:cNvSpPr>
          <p:nvPr/>
        </p:nvSpPr>
        <p:spPr>
          <a:xfrm>
            <a:off x="838200" y="298255"/>
            <a:ext cx="9138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sz="5400" dirty="0"/>
              <a:t>Backend | Services</a:t>
            </a:r>
            <a:endParaRPr lang="LID4096" sz="5400" dirty="0"/>
          </a:p>
        </p:txBody>
      </p:sp>
    </p:spTree>
    <p:extLst>
      <p:ext uri="{BB962C8B-B14F-4D97-AF65-F5344CB8AC3E}">
        <p14:creationId xmlns:p14="http://schemas.microsoft.com/office/powerpoint/2010/main" val="181553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8E1DD-3D05-BEF1-5EF8-4972DAC0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Projektarbeit mit JavaScript</a:t>
            </a:r>
            <a:endParaRPr lang="LID4096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8097E9-C82A-5A3A-D08B-3E0B20FC3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Was machen wir in diesem Modul?</a:t>
            </a:r>
            <a:endParaRPr lang="LID4096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DB6638-8057-B464-0E8D-D4191C2E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47631-D23E-4F68-A65A-9F8E25610249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0182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8E1DD-3D05-BEF1-5EF8-4972DAC0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Projektarbeit mit JavaScript</a:t>
            </a:r>
            <a:endParaRPr lang="LID4096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DB6638-8057-B464-0E8D-D4191C2E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47631-D23E-4F68-A65A-9F8E25610249}" type="slidenum">
              <a:rPr lang="de-CH" smtClean="0"/>
              <a:t>7</a:t>
            </a:fld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8097E9-C82A-5A3A-D08B-3E0B20FC3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So praktisch wie möglich, so viel Theorie wie nötig</a:t>
            </a:r>
          </a:p>
          <a:p>
            <a:r>
              <a:rPr lang="de-CH" dirty="0"/>
              <a:t>Ich zeige euch </a:t>
            </a:r>
            <a:r>
              <a:rPr lang="de-CH" u="sng" dirty="0"/>
              <a:t>einen möglichen</a:t>
            </a:r>
            <a:r>
              <a:rPr lang="de-CH" dirty="0"/>
              <a:t> Lösungsansatz</a:t>
            </a:r>
            <a:br>
              <a:rPr lang="de-CH" dirty="0"/>
            </a:br>
            <a:r>
              <a:rPr lang="de-CH" dirty="0"/>
              <a:t>-&gt; nicht der einzig richtige Weg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Einblick: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4863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6FAC-38B2-98F9-8E20-7B904C44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51714A-0E26-E6D5-DB70-BC45D692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Theorie-Inputs</a:t>
            </a:r>
            <a:endParaRPr lang="LID4096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144769-756E-C3D9-789E-C033A881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47631-D23E-4F68-A65A-9F8E25610249}" type="slidenum">
              <a:rPr lang="de-CH" smtClean="0"/>
              <a:t>8</a:t>
            </a:fld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AD4EFB-4E49-26DA-5440-CF10EC87F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Data </a:t>
            </a:r>
            <a:r>
              <a:rPr lang="de-CH" dirty="0" err="1"/>
              <a:t>Fetching</a:t>
            </a:r>
            <a:endParaRPr lang="de-CH" dirty="0"/>
          </a:p>
          <a:p>
            <a:r>
              <a:rPr lang="de-CH" dirty="0"/>
              <a:t>Browser-APIs: Webcam, Geolocation, …</a:t>
            </a:r>
          </a:p>
          <a:p>
            <a:r>
              <a:rPr lang="de-CH" dirty="0"/>
              <a:t>Maps mit </a:t>
            </a:r>
            <a:r>
              <a:rPr lang="de-CH" dirty="0" err="1"/>
              <a:t>Leaflet</a:t>
            </a:r>
            <a:endParaRPr lang="de-CH" dirty="0"/>
          </a:p>
          <a:p>
            <a:r>
              <a:rPr lang="de-CH" dirty="0"/>
              <a:t>Integration von </a:t>
            </a:r>
            <a:r>
              <a:rPr lang="de-CH" dirty="0" err="1"/>
              <a:t>Machine</a:t>
            </a:r>
            <a:r>
              <a:rPr lang="de-CH" dirty="0"/>
              <a:t> Learning Modellen</a:t>
            </a:r>
          </a:p>
          <a:p>
            <a:endParaRPr lang="de-CH" dirty="0"/>
          </a:p>
          <a:p>
            <a:r>
              <a:rPr lang="de-CH" dirty="0"/>
              <a:t>Danach eigenständiges Projekt in Einzelarbeit</a:t>
            </a:r>
          </a:p>
          <a:p>
            <a:endParaRPr lang="de-CH" dirty="0"/>
          </a:p>
          <a:p>
            <a:endParaRPr lang="de-CH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240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59ED98A-16FB-56D1-41A8-B3FAAE6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Habt ihr Bock?</a:t>
            </a:r>
            <a:endParaRPr lang="LID4096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3EEF27-BC94-86FD-31E2-13DB72A52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9902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59ED98A-16FB-56D1-41A8-B3FAAE6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Bedingungen</a:t>
            </a:r>
            <a:endParaRPr lang="LID4096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5681832-CFDE-52C3-15A6-F685923FA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de-CH" sz="3200" dirty="0"/>
              <a:t>Respekt</a:t>
            </a:r>
          </a:p>
          <a:p>
            <a:pPr fontAlgn="ctr"/>
            <a:r>
              <a:rPr lang="de-CH" sz="3200" dirty="0"/>
              <a:t>Pünktliches Erscheinen,</a:t>
            </a:r>
            <a:br>
              <a:rPr lang="de-CH" sz="3200" dirty="0"/>
            </a:br>
            <a:r>
              <a:rPr lang="de-CH" sz="3200" dirty="0"/>
              <a:t>sonst Stoff selbst nachforschen</a:t>
            </a:r>
          </a:p>
          <a:p>
            <a:pPr fontAlgn="ctr"/>
            <a:r>
              <a:rPr lang="de-CH" sz="3200" dirty="0"/>
              <a:t>Mitmachen, fragen, profitieren, nicht stören,</a:t>
            </a:r>
            <a:br>
              <a:rPr lang="de-CH" sz="3200" dirty="0"/>
            </a:br>
            <a:r>
              <a:rPr lang="de-CH" sz="3200" dirty="0"/>
              <a:t>einander zuhören</a:t>
            </a:r>
          </a:p>
          <a:p>
            <a:pPr fontAlgn="ctr"/>
            <a:r>
              <a:rPr lang="de-CH" sz="3200" dirty="0"/>
              <a:t>Einsatz von KI ok, müsst Materie aber verstehen</a:t>
            </a:r>
            <a:br>
              <a:rPr lang="de-CH" sz="3200" dirty="0"/>
            </a:br>
            <a:r>
              <a:rPr lang="de-CH" sz="3200" dirty="0"/>
              <a:t>und erklären können</a:t>
            </a:r>
          </a:p>
        </p:txBody>
      </p:sp>
    </p:spTree>
    <p:extLst>
      <p:ext uri="{BB962C8B-B14F-4D97-AF65-F5344CB8AC3E}">
        <p14:creationId xmlns:p14="http://schemas.microsoft.com/office/powerpoint/2010/main" val="1962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59ED98A-16FB-56D1-41A8-B3FAAE6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Fragen bis hier hin?</a:t>
            </a:r>
            <a:endParaRPr lang="LID4096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3EEF27-BC94-86FD-31E2-13DB72A52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21095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08A249-8583-6D24-7713-22CB8C737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Vorstellung Lernende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BC40263-A23F-1C51-EECF-913D3A65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12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161475-D55A-F20F-DE46-577DF3717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/>
            <a:r>
              <a:rPr lang="de-CH" sz="3200" dirty="0"/>
              <a:t>Name, Fokus (</a:t>
            </a:r>
            <a:r>
              <a:rPr lang="de-CH" sz="3200" dirty="0" err="1"/>
              <a:t>Appl</a:t>
            </a:r>
            <a:r>
              <a:rPr lang="de-CH" sz="3200" dirty="0"/>
              <a:t> o. Platt.), Erwartungen ans Modul</a:t>
            </a:r>
          </a:p>
          <a:p>
            <a:pPr marR="0"/>
            <a:r>
              <a:rPr lang="de-CH" sz="3200" dirty="0"/>
              <a:t>Was für Erfahrungen hast du in folgenden Bereichen?</a:t>
            </a:r>
          </a:p>
          <a:p>
            <a:pPr lvl="1">
              <a:tabLst>
                <a:tab pos="4664075" algn="l"/>
              </a:tabLst>
            </a:pPr>
            <a:r>
              <a:rPr lang="de-CH" sz="2800" dirty="0"/>
              <a:t>Webtechnologien generell		JSON-Objekte</a:t>
            </a:r>
          </a:p>
          <a:p>
            <a:pPr lvl="1">
              <a:tabLst>
                <a:tab pos="4664075" algn="l"/>
              </a:tabLst>
            </a:pPr>
            <a:r>
              <a:rPr lang="de-CH" sz="2800" dirty="0"/>
              <a:t>JavaScript			HTTP </a:t>
            </a:r>
            <a:r>
              <a:rPr lang="de-CH" sz="2800" dirty="0" err="1"/>
              <a:t>Requests</a:t>
            </a:r>
            <a:endParaRPr lang="de-CH" sz="2800" dirty="0"/>
          </a:p>
          <a:p>
            <a:pPr lvl="1">
              <a:tabLst>
                <a:tab pos="4664075" algn="l"/>
              </a:tabLst>
            </a:pPr>
            <a:r>
              <a:rPr lang="de-CH" sz="2800" dirty="0"/>
              <a:t>APIs bereitstellen | abfragen</a:t>
            </a:r>
          </a:p>
        </p:txBody>
      </p:sp>
    </p:spTree>
    <p:extLst>
      <p:ext uri="{BB962C8B-B14F-4D97-AF65-F5344CB8AC3E}">
        <p14:creationId xmlns:p14="http://schemas.microsoft.com/office/powerpoint/2010/main" val="3111349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9EAC82-7459-88FD-279A-0BBAEEBF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Let’s</a:t>
            </a:r>
            <a:r>
              <a:rPr lang="de-CH" dirty="0"/>
              <a:t> </a:t>
            </a:r>
            <a:r>
              <a:rPr lang="de-CH" dirty="0" err="1"/>
              <a:t>go</a:t>
            </a:r>
            <a:r>
              <a:rPr lang="de-CH" dirty="0"/>
              <a:t>!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1D99E69-E0F9-8F9F-9624-BEB4B9BD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13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B4361B-DBF5-F099-10E1-A15DDC6BF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Ich verwende VS Code</a:t>
            </a:r>
          </a:p>
          <a:p>
            <a:r>
              <a:rPr lang="de-CH" dirty="0"/>
              <a:t>Chromium-</a:t>
            </a:r>
            <a:r>
              <a:rPr lang="de-CH" dirty="0" err="1"/>
              <a:t>based</a:t>
            </a:r>
            <a:r>
              <a:rPr lang="de-CH" dirty="0"/>
              <a:t> Browser</a:t>
            </a:r>
          </a:p>
          <a:p>
            <a:endParaRPr lang="de-CH" dirty="0"/>
          </a:p>
          <a:p>
            <a:r>
              <a:rPr lang="de-CH" dirty="0"/>
              <a:t>Repository erstellen</a:t>
            </a:r>
          </a:p>
          <a:p>
            <a:r>
              <a:rPr lang="de-CH" dirty="0"/>
              <a:t>Bei VS Code GitHub-Account verknüpfen</a:t>
            </a:r>
          </a:p>
          <a:p>
            <a:pPr marL="0" indent="0">
              <a:buNone/>
              <a:tabLst>
                <a:tab pos="266700" algn="l"/>
              </a:tabLst>
            </a:pPr>
            <a:r>
              <a:rPr lang="de-CH" dirty="0"/>
              <a:t>	(zum </a:t>
            </a:r>
            <a:r>
              <a:rPr lang="de-CH" dirty="0" err="1"/>
              <a:t>Syncen</a:t>
            </a:r>
            <a:r>
              <a:rPr lang="de-CH" dirty="0"/>
              <a:t> von Settings)</a:t>
            </a:r>
            <a:endParaRPr lang="LID4096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9776E9E-1961-49CE-7CAA-4B55AFAD1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460" y="3739487"/>
            <a:ext cx="1827032" cy="182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B20FB4-C263-3810-A729-E46350BC6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461" y="1450681"/>
            <a:ext cx="1827032" cy="182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578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4B6A-B52B-8614-D354-145CEBC4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6E10FC-63D2-3D0B-7EFB-6C0138E5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VS Code </a:t>
            </a:r>
            <a:r>
              <a:rPr lang="de-CH" dirty="0" err="1"/>
              <a:t>Extensions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20A18E3-9018-83BE-3EF2-C44A91F1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14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8875C4-FCF5-0FF7-7A3D-A81CBF859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Live Server (</a:t>
            </a:r>
            <a:r>
              <a:rPr lang="de-CH" dirty="0" err="1"/>
              <a:t>Ritwick</a:t>
            </a:r>
            <a:r>
              <a:rPr lang="de-CH" dirty="0"/>
              <a:t> Dey)</a:t>
            </a:r>
          </a:p>
        </p:txBody>
      </p:sp>
    </p:spTree>
    <p:extLst>
      <p:ext uri="{BB962C8B-B14F-4D97-AF65-F5344CB8AC3E}">
        <p14:creationId xmlns:p14="http://schemas.microsoft.com/office/powerpoint/2010/main" val="3216296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0A982F-70EC-F241-47F2-BEFA5744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Daten abfragen in JS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A1BB448-1666-35C1-F8D7-24AEC369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15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AC384E-E348-E4CC-5CC9-B7401CAEB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0048"/>
            <a:ext cx="10515600" cy="809770"/>
          </a:xfrm>
        </p:spPr>
        <p:txBody>
          <a:bodyPr/>
          <a:lstStyle/>
          <a:p>
            <a:r>
              <a:rPr lang="de-CH" dirty="0" err="1"/>
              <a:t>XMLHttpRequest</a:t>
            </a:r>
            <a:endParaRPr lang="LID4096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3A12309-C1D6-0DC8-B41C-8C608C770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007" y="2019304"/>
            <a:ext cx="7315129" cy="307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46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84DAB-7C6A-58D1-85D2-BBA83E0A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92BEBDB-AB5E-69EC-B6C3-11819F781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65387" y="1416843"/>
            <a:ext cx="9326613" cy="548513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8C461D0-DBBF-C465-2FA7-974B835A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Daten abfragen in JS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23660E4-5408-EB84-CE88-B103D49C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16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7B5AE9-8F05-66B3-F9AB-CEA46E81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Fetch</a:t>
            </a:r>
            <a:r>
              <a:rPr lang="de-CH" dirty="0"/>
              <a:t> API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77461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8ADDE4-4E9F-1438-DB6B-C7623A16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GeoAdmin</a:t>
            </a:r>
            <a:r>
              <a:rPr lang="de-CH" dirty="0"/>
              <a:t> API als Beispiel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6CC9BD6-34B5-96CE-738C-E01E538B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17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8A1E2E-CD5D-C228-97F3-DC9B69577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>
                <a:hlinkClick r:id="rId2"/>
              </a:rPr>
              <a:t>https://api3.geo.admin.ch/services/sdiservices.html</a:t>
            </a:r>
            <a:endParaRPr lang="de-CH" dirty="0"/>
          </a:p>
          <a:p>
            <a:endParaRPr lang="de-CH" dirty="0"/>
          </a:p>
          <a:p>
            <a:r>
              <a:rPr lang="de-CH" dirty="0"/>
              <a:t>Interessante Services:</a:t>
            </a:r>
          </a:p>
          <a:p>
            <a:pPr lvl="1"/>
            <a:r>
              <a:rPr lang="de-CH" dirty="0" err="1"/>
              <a:t>MapServer</a:t>
            </a:r>
            <a:endParaRPr lang="de-CH" dirty="0"/>
          </a:p>
          <a:p>
            <a:pPr lvl="1"/>
            <a:r>
              <a:rPr lang="de-CH" dirty="0" err="1"/>
              <a:t>SearchServer</a:t>
            </a:r>
            <a:endParaRPr lang="de-CH" dirty="0"/>
          </a:p>
          <a:p>
            <a:pPr lvl="1"/>
            <a:r>
              <a:rPr lang="de-CH" dirty="0"/>
              <a:t>Height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0412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3304-B41E-C1BB-3087-85F51FB2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9AE877-B4E3-41B8-9244-36C7E319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B0413A-97D1-F564-F689-44CD818B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18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EC08C0-D094-29D8-1A20-35862233F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Füge 2 weitere API-Abfragen hinzu</a:t>
            </a:r>
          </a:p>
          <a:p>
            <a:r>
              <a:rPr lang="de-CH" dirty="0"/>
              <a:t>Bonus: Dynamische Abfrage über Input-Feld</a:t>
            </a:r>
          </a:p>
          <a:p>
            <a:r>
              <a:rPr lang="de-CH" dirty="0"/>
              <a:t>Bonus </a:t>
            </a:r>
            <a:r>
              <a:rPr lang="de-CH" dirty="0" err="1"/>
              <a:t>Bonus</a:t>
            </a:r>
            <a:r>
              <a:rPr lang="de-CH" dirty="0"/>
              <a:t>: weitere Parameter auswählbar machen</a:t>
            </a:r>
          </a:p>
        </p:txBody>
      </p:sp>
    </p:spTree>
    <p:extLst>
      <p:ext uri="{BB962C8B-B14F-4D97-AF65-F5344CB8AC3E}">
        <p14:creationId xmlns:p14="http://schemas.microsoft.com/office/powerpoint/2010/main" val="3619927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8F2DFD-83CF-B8EC-E04E-F95C59C8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99BA8AF-2394-89BB-9C4E-F8602F5C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19</a:t>
            </a:fld>
            <a:endParaRPr lang="de-CH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31664FA1-9FAE-A908-8B33-F2E50FAA0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9366"/>
            <a:ext cx="10515600" cy="421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93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Ausblick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20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Webcam und andere Features abfragen (Laptop mitnehmen!)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36636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Aufräumen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21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40779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7CCA5-6703-4BA0-6EF7-4489A488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Danke für die Teilnahme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8D8B2B-7C8C-C004-6F91-CEC37A97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22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39B304-5970-36B2-631B-BBCDDA616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Schönen Abend!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67039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9AC2234F-DF7A-4081-BED1-1053B5B0BD96}" vid="{15C4B576-1271-49EA-B783-F07F3A36BB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1dbf6c8a-8f63-44bb-83c7-9ba9b5d4efe9" xsi:nil="true"/>
    <lcf76f155ced4ddcb4097134ff3c332f xmlns="1dbf6c8a-8f63-44bb-83c7-9ba9b5d4efe9">
      <Terms xmlns="http://schemas.microsoft.com/office/infopath/2007/PartnerControls"/>
    </lcf76f155ced4ddcb4097134ff3c332f>
    <TaxCatchAll xmlns="06172d57-5d51-4d29-806c-4b74cd92957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6A808F5B18B4EAF5BA513ACEC1F15" ma:contentTypeVersion="14" ma:contentTypeDescription="Crée un document." ma:contentTypeScope="" ma:versionID="90cadc050c97ef17732eccf05f282cbe">
  <xsd:schema xmlns:xsd="http://www.w3.org/2001/XMLSchema" xmlns:xs="http://www.w3.org/2001/XMLSchema" xmlns:p="http://schemas.microsoft.com/office/2006/metadata/properties" xmlns:ns2="1dbf6c8a-8f63-44bb-83c7-9ba9b5d4efe9" xmlns:ns3="06172d57-5d51-4d29-806c-4b74cd929571" targetNamespace="http://schemas.microsoft.com/office/2006/metadata/properties" ma:root="true" ma:fieldsID="4f5492ae7e1fa14b86c16250e6d1a161" ns2:_="" ns3:_="">
    <xsd:import namespace="1dbf6c8a-8f63-44bb-83c7-9ba9b5d4efe9"/>
    <xsd:import namespace="06172d57-5d51-4d29-806c-4b74cd9295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bf6c8a-8f63-44bb-83c7-9ba9b5d4ef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2d6bbf82-059b-4f28-9a20-fb972382e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2d57-5d51-4d29-806c-4b74cd92957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3a3d301-c4de-4108-9014-f47ae7564939}" ma:internalName="TaxCatchAll" ma:showField="CatchAllData" ma:web="06172d57-5d51-4d29-806c-4b74cd9295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5C5BEF-A826-4D32-BB75-8169F3E7AF17}">
  <ds:schemaRefs>
    <ds:schemaRef ds:uri="http://schemas.microsoft.com/office/2006/metadata/properties"/>
    <ds:schemaRef ds:uri="http://schemas.microsoft.com/office/infopath/2007/PartnerControls"/>
    <ds:schemaRef ds:uri="1dbf6c8a-8f63-44bb-83c7-9ba9b5d4efe9"/>
    <ds:schemaRef ds:uri="06172d57-5d51-4d29-806c-4b74cd929571"/>
  </ds:schemaRefs>
</ds:datastoreItem>
</file>

<file path=customXml/itemProps2.xml><?xml version="1.0" encoding="utf-8"?>
<ds:datastoreItem xmlns:ds="http://schemas.openxmlformats.org/officeDocument/2006/customXml" ds:itemID="{6DE9BA2F-C062-493E-910C-72A955AF13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bf6c8a-8f63-44bb-83c7-9ba9b5d4efe9"/>
    <ds:schemaRef ds:uri="06172d57-5d51-4d29-806c-4b74cd9295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E3F8FF-813C-4132-BE80-C573B634B9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</Template>
  <TotalTime>28974</TotalTime>
  <Words>388</Words>
  <Application>Microsoft Office PowerPoint</Application>
  <PresentationFormat>Breitbild</PresentationFormat>
  <Paragraphs>111</Paragraphs>
  <Slides>22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Arial</vt:lpstr>
      <vt:lpstr>Calibri</vt:lpstr>
      <vt:lpstr>Open Sans</vt:lpstr>
      <vt:lpstr>Open Sans Light</vt:lpstr>
      <vt:lpstr>Office</vt:lpstr>
      <vt:lpstr>JavaScript Fortgeschritten</vt:lpstr>
      <vt:lpstr>Einführung ins Modul</vt:lpstr>
      <vt:lpstr>Wer bin ich?</vt:lpstr>
      <vt:lpstr>PowerPoint-Präsentation</vt:lpstr>
      <vt:lpstr>PowerPoint-Präsentation</vt:lpstr>
      <vt:lpstr>Projektarbeit mit JavaScript</vt:lpstr>
      <vt:lpstr>Projektarbeit mit JavaScript</vt:lpstr>
      <vt:lpstr>Theorie-Inputs</vt:lpstr>
      <vt:lpstr>Habt ihr Bock?</vt:lpstr>
      <vt:lpstr>Bedingungen</vt:lpstr>
      <vt:lpstr>Fragen bis hier hin?</vt:lpstr>
      <vt:lpstr>Vorstellung Lernende</vt:lpstr>
      <vt:lpstr>Let’s go!</vt:lpstr>
      <vt:lpstr>VS Code Extensions</vt:lpstr>
      <vt:lpstr>Daten abfragen in JS</vt:lpstr>
      <vt:lpstr>Daten abfragen in JS</vt:lpstr>
      <vt:lpstr>GeoAdmin API als Beispiel</vt:lpstr>
      <vt:lpstr>Aufgabe</vt:lpstr>
      <vt:lpstr>Aufgabe</vt:lpstr>
      <vt:lpstr>Ausblick</vt:lpstr>
      <vt:lpstr>Aufräumen</vt:lpstr>
      <vt:lpstr>Danke für die Teilnahme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Andres</dc:creator>
  <cp:lastModifiedBy>ANDRES Raphael</cp:lastModifiedBy>
  <cp:revision>97</cp:revision>
  <cp:lastPrinted>2017-06-27T06:37:46Z</cp:lastPrinted>
  <dcterms:created xsi:type="dcterms:W3CDTF">2024-07-15T14:16:58Z</dcterms:created>
  <dcterms:modified xsi:type="dcterms:W3CDTF">2025-01-20T14:58:39Z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0x0101001CD6A808F5B18B4EAF5BA513ACEC1F15</vt:lpwstr>
  </property>
  <property fmtid="{D5CDD505-2E9C-101B-9397-08002B2CF9AE}" pid="3" name="Order">
    <vt:r8>400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