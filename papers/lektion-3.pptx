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312" r:id="rId6"/>
    <p:sldId id="309" r:id="rId7"/>
    <p:sldId id="307" r:id="rId8"/>
    <p:sldId id="308" r:id="rId9"/>
    <p:sldId id="311" r:id="rId10"/>
    <p:sldId id="310" r:id="rId11"/>
    <p:sldId id="313" r:id="rId12"/>
    <p:sldId id="295" r:id="rId13"/>
    <p:sldId id="298" r:id="rId14"/>
    <p:sldId id="272" r:id="rId15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Recap" id="{9D3D6EE0-2854-49B6-8A11-D3333306B6B7}">
          <p14:sldIdLst>
            <p14:sldId id="312"/>
            <p14:sldId id="309"/>
            <p14:sldId id="307"/>
          </p14:sldIdLst>
        </p14:section>
        <p14:section name="Programm" id="{EDA0DBCE-7672-4BA6-A1C0-6154B6CA6049}">
          <p14:sldIdLst>
            <p14:sldId id="308"/>
            <p14:sldId id="311"/>
            <p14:sldId id="310"/>
            <p14:sldId id="313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872" autoAdjust="0"/>
    <p:restoredTop sz="90290" autoAdjust="0"/>
  </p:normalViewPr>
  <p:slideViewPr>
    <p:cSldViewPr snapToGrid="0">
      <p:cViewPr varScale="1">
        <p:scale>
          <a:sx n="88" d="100"/>
          <a:sy n="88" d="100"/>
        </p:scale>
        <p:origin x="75" y="55"/>
      </p:cViewPr>
      <p:guideLst/>
    </p:cSldViewPr>
  </p:slideViewPr>
  <p:outlineViewPr>
    <p:cViewPr>
      <p:scale>
        <a:sx n="33" d="100"/>
        <a:sy n="33" d="100"/>
      </p:scale>
      <p:origin x="0" y="-857"/>
    </p:cViewPr>
  </p:outlin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03.02.2025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03.02.2025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C007E-1867-744D-832E-2E2E0E33B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36001A-3549-C688-5693-BC133242E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B05B71-E72A-7EFE-C205-24C14E647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03071-EFAD-0F33-2347-CCCADB42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66191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8463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03.02.2025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03.02.2025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03.02.2025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03.02.2025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Snipp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03.02.2025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  <a:prstGeom prst="roundRect">
            <a:avLst>
              <a:gd name="adj" fmla="val 2685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lIns="216000" tIns="216000" rIns="216000" bIns="216000"/>
          <a:lstStyle>
            <a:lvl1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</a:lstStyle>
          <a:p>
            <a:pPr lvl="0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Mastertextformat bearbeiten</a:t>
            </a:r>
          </a:p>
          <a:p>
            <a:pPr lvl="1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Zweite Ebene</a:t>
            </a:r>
          </a:p>
          <a:p>
            <a:pPr lvl="2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Dritte Ebene</a:t>
            </a:r>
          </a:p>
          <a:p>
            <a:pPr lvl="3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Vierte Ebene</a:t>
            </a:r>
          </a:p>
          <a:p>
            <a:pPr lvl="4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	Fünfte Ebene</a:t>
            </a:r>
          </a:p>
        </p:txBody>
      </p:sp>
    </p:spTree>
    <p:extLst>
      <p:ext uri="{BB962C8B-B14F-4D97-AF65-F5344CB8AC3E}">
        <p14:creationId xmlns:p14="http://schemas.microsoft.com/office/powerpoint/2010/main" val="1031135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03.02.2025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03.02.2025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03.02.2025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03.02.2025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03.02.2025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03.02.2025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03.02.2025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4" r:id="rId6"/>
    <p:sldLayoutId id="2147483660" r:id="rId7"/>
    <p:sldLayoutId id="2147483651" r:id="rId8"/>
    <p:sldLayoutId id="2147483654" r:id="rId9"/>
    <p:sldLayoutId id="2147483655" r:id="rId10"/>
    <p:sldLayoutId id="2147483656" r:id="rId11"/>
    <p:sldLayoutId id="2147483652" r:id="rId12"/>
    <p:sldLayoutId id="2147483657" r:id="rId13"/>
    <p:sldLayoutId id="2147483658" r:id="rId14"/>
    <p:sldLayoutId id="214748365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pi3.geo.admin.ch/api/examples.html#other-js-web-mapping-apis-integration" TargetMode="External"/><Relationship Id="rId2" Type="http://schemas.openxmlformats.org/officeDocument/2006/relationships/hyperlink" Target="https://leafletjs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3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03.02.2025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96FAC-38B2-98F9-8E20-7B904C444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51714A-0E26-E6D5-DB70-BC45D692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Theorie-Inputs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44769-756E-C3D9-789E-C033A881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2</a:t>
            </a:fld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AD4EFB-4E49-26DA-5440-CF10EC87F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endParaRPr lang="de-CH" dirty="0"/>
          </a:p>
          <a:p>
            <a:r>
              <a:rPr lang="de-CH" dirty="0"/>
              <a:t>Browser-APIs: Webcam, Geolocation, …</a:t>
            </a:r>
          </a:p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de-CH" dirty="0"/>
          </a:p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  <a:p>
            <a:endParaRPr lang="de-CH" dirty="0"/>
          </a:p>
          <a:p>
            <a:r>
              <a:rPr lang="de-CH" dirty="0"/>
              <a:t>Danach eigenständiges Projekt in Einzelarbeit</a:t>
            </a:r>
          </a:p>
          <a:p>
            <a:endParaRPr lang="de-CH" dirty="0"/>
          </a:p>
          <a:p>
            <a:endParaRPr lang="de-CH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0240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3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Browser-APIs: Webcam &amp; Geolocation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2885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8F2DFD-83CF-B8EC-E04E-F95C59C8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9BA8AF-2394-89BB-9C4E-F8602F5C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4</a:t>
            </a:fld>
            <a:endParaRPr lang="de-CH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1664FA1-9FAE-A908-8B33-F2E50FAA0B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79366"/>
            <a:ext cx="10515600" cy="4210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79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machen wir heute?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5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47198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69C0B9-618E-3C61-A53A-420DF6F84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3BB501-C5C5-DCCE-F40C-3E1D70C8B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6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DCAA51D-787E-2082-B990-3BEBE6D70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2527"/>
            <a:ext cx="10515600" cy="3407291"/>
          </a:xfrm>
        </p:spPr>
        <p:txBody>
          <a:bodyPr/>
          <a:lstStyle/>
          <a:p>
            <a:r>
              <a:rPr lang="de-CH" dirty="0">
                <a:hlinkClick r:id="rId2"/>
              </a:rPr>
              <a:t>https://leafletjs.com</a:t>
            </a:r>
            <a:endParaRPr lang="de-CH" dirty="0"/>
          </a:p>
          <a:p>
            <a:endParaRPr lang="de-CH" dirty="0"/>
          </a:p>
          <a:p>
            <a:r>
              <a:rPr lang="de-CH" dirty="0">
                <a:hlinkClick r:id="rId3"/>
              </a:rPr>
              <a:t>https://api3.geo.admin.ch/api/examples.html#other-js-web-mapping-apis-integration</a:t>
            </a:r>
            <a:endParaRPr lang="de-CH" dirty="0"/>
          </a:p>
          <a:p>
            <a:endParaRPr lang="LID4096" dirty="0"/>
          </a:p>
        </p:txBody>
      </p:sp>
      <p:pic>
        <p:nvPicPr>
          <p:cNvPr id="1026" name="Picture 2" descr="Leaflet">
            <a:extLst>
              <a:ext uri="{FF2B5EF4-FFF2-40B4-BE49-F238E27FC236}">
                <a16:creationId xmlns:a16="http://schemas.microsoft.com/office/drawing/2014/main" id="{A28927F7-7125-8EB6-8C44-B88AAD0F5F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7064" y="1829677"/>
            <a:ext cx="571500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241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33105B-6971-2A96-5C1F-8C832C44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5AD0757-AB84-5D42-795F-BC036A24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7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D97E8F-419E-4C37-5E31-FB3C266A4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CH" dirty="0"/>
              <a:t>Implementiere eine Tracking-Funktion (Mein Standort auf der Karte) mit der </a:t>
            </a:r>
            <a:r>
              <a:rPr lang="de-CH" b="1" dirty="0" err="1"/>
              <a:t>watchPosition</a:t>
            </a:r>
            <a:r>
              <a:rPr lang="de-CH" dirty="0"/>
              <a:t>-Methode der Geolocation API</a:t>
            </a:r>
          </a:p>
          <a:p>
            <a:r>
              <a:rPr lang="de-CH" dirty="0"/>
              <a:t>Teste deine Implementation auf dem Smartphone: Laufe draussen umher (max. 5 min.) und zeichne deine Location auf.</a:t>
            </a:r>
          </a:p>
          <a:p>
            <a:pPr lvl="1"/>
            <a:r>
              <a:rPr lang="de-CH" dirty="0"/>
              <a:t>Public Hosting z.B. mit GitHub Pages</a:t>
            </a:r>
          </a:p>
          <a:p>
            <a:r>
              <a:rPr lang="de-CH" dirty="0"/>
              <a:t>Bonus: füge der Karte Markers oder weitere Formen hinzu</a:t>
            </a:r>
          </a:p>
        </p:txBody>
      </p:sp>
    </p:spTree>
    <p:extLst>
      <p:ext uri="{BB962C8B-B14F-4D97-AF65-F5344CB8AC3E}">
        <p14:creationId xmlns:p14="http://schemas.microsoft.com/office/powerpoint/2010/main" val="2954482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1603-1C50-99CD-7417-41D21847F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07074-AD15-7245-B3F4-9B0EDEF51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8FA36E-FF47-007E-B973-0DD84BD55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8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CDA43B9-0566-BF95-7CD8-C33A30F4F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algn="l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800"/>
              </a:spcAft>
              <a:buClrTx/>
              <a:buSzPts val="2800"/>
              <a:buFont typeface="Arial" panose="020B0604020202020204" pitchFamily="34" charset="0"/>
              <a:buChar char="•"/>
            </a:pP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 </a:t>
            </a:r>
            <a:r>
              <a:rPr lang="de-CH" kern="1200" dirty="0" err="1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</a:t>
            </a: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1: Berechne die Geschwindigkeit mit der sich der User bewegt</a:t>
            </a:r>
          </a:p>
          <a:p>
            <a:pPr marL="228600" indent="-228600" algn="l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800"/>
              </a:spcAft>
              <a:buClrTx/>
              <a:buSzPts val="2800"/>
              <a:buFont typeface="Arial" panose="020B0604020202020204" pitchFamily="34" charset="0"/>
              <a:buChar char="•"/>
            </a:pP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 Bonus 2: Speichere die Route im </a:t>
            </a:r>
            <a:r>
              <a:rPr lang="de-CH" kern="1200" dirty="0" err="1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LocalStorage</a:t>
            </a: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des Browsers und lass den User sie von einem Dropdown auswählen</a:t>
            </a:r>
            <a:endParaRPr lang="en-CH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70330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9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10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Repo wieder auf Privat stellen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11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customXml/itemProps2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38578</TotalTime>
  <Words>208</Words>
  <Application>Microsoft Office PowerPoint</Application>
  <PresentationFormat>Breitbild</PresentationFormat>
  <Paragraphs>56</Paragraphs>
  <Slides>11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Arial</vt:lpstr>
      <vt:lpstr>Calibri</vt:lpstr>
      <vt:lpstr>Open Sans</vt:lpstr>
      <vt:lpstr>Open Sans Light</vt:lpstr>
      <vt:lpstr>Office</vt:lpstr>
      <vt:lpstr>JavaScript Fortgeschritten</vt:lpstr>
      <vt:lpstr>Recap: Theorie-Inputs</vt:lpstr>
      <vt:lpstr>Recap</vt:lpstr>
      <vt:lpstr>Recap: Aufgabe</vt:lpstr>
      <vt:lpstr>Was machen wir heute?</vt:lpstr>
      <vt:lpstr>Maps mit Leaflet</vt:lpstr>
      <vt:lpstr>Aufgabe</vt:lpstr>
      <vt:lpstr>Aufgabe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Raphael Andres</cp:lastModifiedBy>
  <cp:revision>112</cp:revision>
  <cp:lastPrinted>2017-06-27T06:37:46Z</cp:lastPrinted>
  <dcterms:created xsi:type="dcterms:W3CDTF">2024-07-15T14:16:58Z</dcterms:created>
  <dcterms:modified xsi:type="dcterms:W3CDTF">2025-02-03T16:45:54Z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