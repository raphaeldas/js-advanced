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312" r:id="rId6"/>
    <p:sldId id="309" r:id="rId7"/>
    <p:sldId id="307" r:id="rId8"/>
    <p:sldId id="308" r:id="rId9"/>
    <p:sldId id="311" r:id="rId10"/>
    <p:sldId id="310" r:id="rId11"/>
    <p:sldId id="313" r:id="rId12"/>
    <p:sldId id="295" r:id="rId13"/>
    <p:sldId id="298" r:id="rId14"/>
    <p:sldId id="272" r:id="rId15"/>
  </p:sldIdLst>
  <p:sldSz cx="12192000" cy="6858000"/>
  <p:notesSz cx="6797675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5EB01E9-6A61-4EDA-A65F-79D5A985319E}">
          <p14:sldIdLst>
            <p14:sldId id="256"/>
          </p14:sldIdLst>
        </p14:section>
        <p14:section name="Recap" id="{9D3D6EE0-2854-49B6-8A11-D3333306B6B7}">
          <p14:sldIdLst>
            <p14:sldId id="312"/>
            <p14:sldId id="309"/>
            <p14:sldId id="307"/>
          </p14:sldIdLst>
        </p14:section>
        <p14:section name="Programm" id="{EDA0DBCE-7672-4BA6-A1C0-6154B6CA6049}">
          <p14:sldIdLst>
            <p14:sldId id="308"/>
            <p14:sldId id="311"/>
            <p14:sldId id="310"/>
            <p14:sldId id="313"/>
          </p14:sldIdLst>
        </p14:section>
        <p14:section name="Abschluss" id="{BDD9CAB4-1E85-4AAD-9582-8A028B42FA47}">
          <p14:sldIdLst>
            <p14:sldId id="295"/>
            <p14:sldId id="298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872" autoAdjust="0"/>
    <p:restoredTop sz="90290" autoAdjust="0"/>
  </p:normalViewPr>
  <p:slideViewPr>
    <p:cSldViewPr snapToGrid="0">
      <p:cViewPr varScale="1">
        <p:scale>
          <a:sx n="87" d="100"/>
          <a:sy n="87" d="100"/>
        </p:scale>
        <p:origin x="96" y="45"/>
      </p:cViewPr>
      <p:guideLst/>
    </p:cSldViewPr>
  </p:slideViewPr>
  <p:outlineViewPr>
    <p:cViewPr>
      <p:scale>
        <a:sx n="33" d="100"/>
        <a:sy n="33" d="100"/>
      </p:scale>
      <p:origin x="0" y="-857"/>
    </p:cViewPr>
  </p:outlineViewPr>
  <p:notesTextViewPr>
    <p:cViewPr>
      <p:scale>
        <a:sx n="104" d="100"/>
        <a:sy n="104" d="100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3D672-218E-44CF-A13C-71AB61B14F4F}" type="datetimeFigureOut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E10991-BCFF-4D39-9AF4-8FF9B3C6450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80650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598B-8DA1-4BBA-9EA9-DC1615E9868A}" type="datetimeFigureOut">
              <a:rPr lang="de-CH" smtClean="0"/>
              <a:t>16.01.2026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C940E-24E7-4D1A-B11D-DBBBB544974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9525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Hallo zusammen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546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C007E-1867-744D-832E-2E2E0E33B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F36001A-3549-C688-5693-BC133242E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EB05B71-E72A-7EFE-C205-24C14E647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03071-EFAD-0F33-2347-CCCADB429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661919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8463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99671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749308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86916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15:59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637949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16.01.2026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lnSpc>
                <a:spcPct val="110000"/>
              </a:lnSpc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922462"/>
            <a:ext cx="9144000" cy="2387600"/>
          </a:xfrm>
        </p:spPr>
        <p:txBody>
          <a:bodyPr anchor="b">
            <a:normAutofit/>
          </a:bodyPr>
          <a:lstStyle>
            <a:lvl1pPr algn="l">
              <a:defRPr sz="7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de-DE" dirty="0"/>
              <a:t>Titel durch Klicken hinzufügen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402137"/>
            <a:ext cx="9144000" cy="392285"/>
          </a:xfrm>
        </p:spPr>
        <p:txBody>
          <a:bodyPr>
            <a:normAutofit/>
          </a:bodyPr>
          <a:lstStyle>
            <a:lvl1pPr marL="0" indent="0" algn="l">
              <a:buNone/>
              <a:defRPr sz="2400" baseline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durch Klicken hinzufügen</a:t>
            </a:r>
            <a:endParaRPr lang="de-CH" dirty="0"/>
          </a:p>
        </p:txBody>
      </p:sp>
      <p:sp>
        <p:nvSpPr>
          <p:cNvPr id="33" name="Textplatzhalter 32"/>
          <p:cNvSpPr>
            <a:spLocks noGrp="1"/>
          </p:cNvSpPr>
          <p:nvPr>
            <p:ph type="body" sz="quarter" idx="10" hasCustomPrompt="1"/>
          </p:nvPr>
        </p:nvSpPr>
        <p:spPr>
          <a:xfrm>
            <a:off x="1524001" y="4828832"/>
            <a:ext cx="9144000" cy="344530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Anlass durch Klicken hinzufügen</a:t>
            </a:r>
          </a:p>
        </p:txBody>
      </p:sp>
      <p:sp>
        <p:nvSpPr>
          <p:cNvPr id="36" name="Textplatzhalter 35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5198116"/>
            <a:ext cx="9144000" cy="395287"/>
          </a:xfrm>
        </p:spPr>
        <p:txBody>
          <a:bodyPr/>
          <a:lstStyle>
            <a:lvl1pPr marL="0" indent="0" algn="l">
              <a:buNone/>
              <a:defRPr sz="2000" baseline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Datum durch Klicken hinzufügen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810" y="225937"/>
            <a:ext cx="3584190" cy="129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8843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Aft>
                <a:spcPts val="12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16.01.2026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Snipp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  <a:prstGeom prst="roundRect">
            <a:avLst>
              <a:gd name="adj" fmla="val 2685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lIns="216000" tIns="216000" rIns="216000" bIns="216000"/>
          <a:lstStyle>
            <a:lvl1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</a:lstStyle>
          <a:p>
            <a:pPr lvl="0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Mastertextformat bearbeiten</a:t>
            </a:r>
          </a:p>
          <a:p>
            <a:pPr lvl="1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Zweite Ebene</a:t>
            </a:r>
          </a:p>
          <a:p>
            <a:pPr lvl="2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Dritte Ebene</a:t>
            </a:r>
          </a:p>
          <a:p>
            <a:pPr lvl="3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Vierte Ebene</a:t>
            </a:r>
          </a:p>
          <a:p>
            <a:pPr lvl="4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	Fünfte Ebene</a:t>
            </a:r>
          </a:p>
        </p:txBody>
      </p:sp>
    </p:spTree>
    <p:extLst>
      <p:ext uri="{BB962C8B-B14F-4D97-AF65-F5344CB8AC3E}">
        <p14:creationId xmlns:p14="http://schemas.microsoft.com/office/powerpoint/2010/main" val="1031135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-gross-zwei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673640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2132058"/>
            <a:ext cx="10515600" cy="4177760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1406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6BCF4-0E81-4303-B76F-6C3D6B7E70BE}" type="datetime1">
              <a:rPr lang="de-CH" smtClean="0"/>
              <a:t>16.01.2026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6165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2791312"/>
            <a:ext cx="10515600" cy="3429874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64979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Gro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6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1623818"/>
            <a:ext cx="10515600" cy="4605532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0840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16.01.2026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4"/>
          </p:nvPr>
        </p:nvSpPr>
        <p:spPr>
          <a:xfrm>
            <a:off x="838200" y="1644654"/>
            <a:ext cx="10515600" cy="4576532"/>
          </a:xfrm>
        </p:spPr>
        <p:txBody>
          <a:bodyPr/>
          <a:lstStyle/>
          <a:p>
            <a:r>
              <a:rPr lang="de-DE"/>
              <a:t>Diagramm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24093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Vo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895185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91759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 ohn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54946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 userDrawn="1"/>
        </p:nvSpPr>
        <p:spPr>
          <a:xfrm>
            <a:off x="6170612" y="2835388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Rechteck 11"/>
          <p:cNvSpPr/>
          <p:nvPr userDrawn="1"/>
        </p:nvSpPr>
        <p:spPr>
          <a:xfrm>
            <a:off x="838200" y="2822690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465943"/>
            <a:ext cx="10515600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2823369"/>
            <a:ext cx="5157787" cy="47500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5366" y="3326603"/>
            <a:ext cx="5157787" cy="28093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0612" y="2822690"/>
            <a:ext cx="5183188" cy="475681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3329556"/>
            <a:ext cx="5183188" cy="28099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B2E98-33F3-4843-92CD-A9A795F13784}" type="datetime1">
              <a:rPr lang="de-CH" smtClean="0"/>
              <a:t>16.01.2026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0779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146574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2896635"/>
            <a:ext cx="10515600" cy="32959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A1523D7E-84BA-4532-8AC0-0461707F3C45}" type="datetime1">
              <a:rPr lang="de-CH" smtClean="0"/>
              <a:pPr/>
              <a:t>16.01.2026</a:t>
            </a:fld>
            <a:endParaRPr lang="de-CH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156" y="294900"/>
            <a:ext cx="1568334" cy="56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91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2" r:id="rId2"/>
    <p:sldLayoutId id="2147483649" r:id="rId3"/>
    <p:sldLayoutId id="2147483650" r:id="rId4"/>
    <p:sldLayoutId id="2147483659" r:id="rId5"/>
    <p:sldLayoutId id="2147483664" r:id="rId6"/>
    <p:sldLayoutId id="2147483660" r:id="rId7"/>
    <p:sldLayoutId id="2147483651" r:id="rId8"/>
    <p:sldLayoutId id="2147483654" r:id="rId9"/>
    <p:sldLayoutId id="2147483655" r:id="rId10"/>
    <p:sldLayoutId id="2147483656" r:id="rId11"/>
    <p:sldLayoutId id="2147483652" r:id="rId12"/>
    <p:sldLayoutId id="2147483657" r:id="rId13"/>
    <p:sldLayoutId id="2147483658" r:id="rId14"/>
    <p:sldLayoutId id="2147483653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pi3.geo.admin.ch/api/examples.html#other-js-web-mapping-apis-integration" TargetMode="External"/><Relationship Id="rId2" Type="http://schemas.openxmlformats.org/officeDocument/2006/relationships/hyperlink" Target="https://leafletjs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JavaScript</a:t>
            </a:r>
            <a:br>
              <a:rPr lang="de-CH" dirty="0"/>
            </a:br>
            <a:r>
              <a:rPr lang="de-CH" dirty="0"/>
              <a:t>Fortgeschritten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EMVs WeJs4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Lektion 3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02.02.2026</a:t>
            </a:r>
          </a:p>
        </p:txBody>
      </p:sp>
    </p:spTree>
    <p:extLst>
      <p:ext uri="{BB962C8B-B14F-4D97-AF65-F5344CB8AC3E}">
        <p14:creationId xmlns:p14="http://schemas.microsoft.com/office/powerpoint/2010/main" val="3728267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96FAC-38B2-98F9-8E20-7B904C444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51714A-0E26-E6D5-DB70-BC45D6922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Theorie-Inputs</a:t>
            </a:r>
            <a:endParaRPr lang="LID4096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F144769-756E-C3D9-789E-C033A881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47631-D23E-4F68-A65A-9F8E25610249}" type="slidenum">
              <a:rPr lang="de-CH" smtClean="0"/>
              <a:t>2</a:t>
            </a:fld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AD4EFB-4E49-26DA-5440-CF10EC87F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Data </a:t>
            </a:r>
            <a:r>
              <a:rPr lang="de-CH" dirty="0" err="1"/>
              <a:t>Fetching</a:t>
            </a:r>
            <a:endParaRPr lang="de-CH" dirty="0"/>
          </a:p>
          <a:p>
            <a:r>
              <a:rPr lang="de-CH" dirty="0"/>
              <a:t>Browser-APIs: Webcam, Geolocation, …</a:t>
            </a:r>
          </a:p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de-CH" dirty="0"/>
          </a:p>
          <a:p>
            <a:r>
              <a:rPr lang="de-CH" dirty="0"/>
              <a:t>Integration von </a:t>
            </a:r>
            <a:r>
              <a:rPr lang="de-CH" dirty="0" err="1"/>
              <a:t>Machine</a:t>
            </a:r>
            <a:r>
              <a:rPr lang="de-CH" dirty="0"/>
              <a:t> Learning Modellen</a:t>
            </a:r>
          </a:p>
          <a:p>
            <a:endParaRPr lang="de-CH" dirty="0"/>
          </a:p>
          <a:p>
            <a:r>
              <a:rPr lang="de-CH" dirty="0"/>
              <a:t>Danach eigenständiges Projekt in Einzelarbeit</a:t>
            </a:r>
          </a:p>
          <a:p>
            <a:endParaRPr lang="de-CH" dirty="0"/>
          </a:p>
          <a:p>
            <a:endParaRPr lang="de-CH" dirty="0"/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02407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3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Browser-APIs: Webcam &amp; Geolocation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28858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8F2DFD-83CF-B8EC-E04E-F95C59C8E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99BA8AF-2394-89BB-9C4E-F8602F5CE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4</a:t>
            </a:fld>
            <a:endParaRPr lang="de-CH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31664FA1-9FAE-A908-8B33-F2E50FAA0B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979366"/>
            <a:ext cx="10515600" cy="4210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793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machen wir heute?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5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47198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69C0B9-618E-3C61-A53A-420DF6F84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43BB501-C5C5-DCCE-F40C-3E1D70C8B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6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DCAA51D-787E-2082-B990-3BEBE6D70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02527"/>
            <a:ext cx="10515600" cy="3407291"/>
          </a:xfrm>
        </p:spPr>
        <p:txBody>
          <a:bodyPr/>
          <a:lstStyle/>
          <a:p>
            <a:r>
              <a:rPr lang="de-CH" dirty="0">
                <a:hlinkClick r:id="rId2"/>
              </a:rPr>
              <a:t>https://leafletjs.com</a:t>
            </a:r>
            <a:endParaRPr lang="de-CH" dirty="0"/>
          </a:p>
          <a:p>
            <a:endParaRPr lang="de-CH" dirty="0"/>
          </a:p>
          <a:p>
            <a:r>
              <a:rPr lang="de-CH" dirty="0">
                <a:hlinkClick r:id="rId3"/>
              </a:rPr>
              <a:t>https://api3.geo.admin.ch/api/examples.html#other-js-web-mapping-apis-integration</a:t>
            </a:r>
            <a:endParaRPr lang="de-CH" dirty="0"/>
          </a:p>
          <a:p>
            <a:endParaRPr lang="LID4096" dirty="0"/>
          </a:p>
        </p:txBody>
      </p:sp>
      <p:pic>
        <p:nvPicPr>
          <p:cNvPr id="1026" name="Picture 2" descr="Leaflet">
            <a:extLst>
              <a:ext uri="{FF2B5EF4-FFF2-40B4-BE49-F238E27FC236}">
                <a16:creationId xmlns:a16="http://schemas.microsoft.com/office/drawing/2014/main" id="{A28927F7-7125-8EB6-8C44-B88AAD0F5F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854729"/>
            <a:ext cx="571500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2415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33105B-6971-2A96-5C1F-8C832C44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5AD0757-AB84-5D42-795F-BC036A245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7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FD97E8F-419E-4C37-5E31-FB3C266A4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CH" dirty="0"/>
              <a:t>Implementiere eine Tracking-Funktion (Mein Standort auf der Karte) mit der </a:t>
            </a:r>
            <a:r>
              <a:rPr lang="de-CH" b="1" dirty="0" err="1"/>
              <a:t>watchPosition</a:t>
            </a:r>
            <a:r>
              <a:rPr lang="de-CH" dirty="0"/>
              <a:t>-Methode der Geolocation API</a:t>
            </a:r>
          </a:p>
          <a:p>
            <a:r>
              <a:rPr lang="de-CH" dirty="0"/>
              <a:t>Teste deine Implementation auf dem Smartphone: Laufe draussen umher (10 min.) und zeichne deine Location auf.</a:t>
            </a:r>
          </a:p>
          <a:p>
            <a:pPr lvl="1"/>
            <a:r>
              <a:rPr lang="de-CH" dirty="0"/>
              <a:t>Public Hosting z.B. mit GitHub Pages nötig</a:t>
            </a:r>
          </a:p>
          <a:p>
            <a:r>
              <a:rPr lang="de-CH" dirty="0"/>
              <a:t>Bonus: füge der Karte Markers oder weitere Formen hinzu</a:t>
            </a:r>
          </a:p>
        </p:txBody>
      </p:sp>
    </p:spTree>
    <p:extLst>
      <p:ext uri="{BB962C8B-B14F-4D97-AF65-F5344CB8AC3E}">
        <p14:creationId xmlns:p14="http://schemas.microsoft.com/office/powerpoint/2010/main" val="2954482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11603-1C50-99CD-7417-41D21847F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07074-AD15-7245-B3F4-9B0EDEF51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8FA36E-FF47-007E-B973-0DD84BD55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8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CDA43B9-0566-BF95-7CD8-C33A30F4F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indent="-228600" algn="l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800"/>
              </a:spcAft>
              <a:buClrTx/>
              <a:buSzPts val="2800"/>
              <a:buFont typeface="Arial" panose="020B0604020202020204" pitchFamily="34" charset="0"/>
              <a:buChar char="•"/>
            </a:pP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Bonus </a:t>
            </a:r>
            <a:r>
              <a:rPr lang="de-CH" kern="1200" dirty="0" err="1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Bonus</a:t>
            </a: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1: Berechne die Geschwindigkeit mit der sich der User bewegt</a:t>
            </a:r>
          </a:p>
          <a:p>
            <a:pPr marL="228600" indent="-228600" algn="l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800"/>
              </a:spcAft>
              <a:buClrTx/>
              <a:buSzPts val="2800"/>
              <a:buFont typeface="Arial" panose="020B0604020202020204" pitchFamily="34" charset="0"/>
              <a:buChar char="•"/>
            </a:pP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Bonus Bonus 2: Speichere die Routen im </a:t>
            </a:r>
            <a:r>
              <a:rPr lang="de-CH" kern="1200" dirty="0" err="1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LocalStorage</a:t>
            </a: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des Browsers und lass den User sie von einem Dropdown auswählen</a:t>
            </a:r>
            <a:endParaRPr lang="en-CH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70330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Ausblick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9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Integration von </a:t>
            </a:r>
            <a:r>
              <a:rPr lang="de-CH" dirty="0" err="1"/>
              <a:t>Machine</a:t>
            </a:r>
            <a:r>
              <a:rPr lang="de-CH" dirty="0"/>
              <a:t> Learning Modellen</a:t>
            </a:r>
          </a:p>
        </p:txBody>
      </p:sp>
    </p:spTree>
    <p:extLst>
      <p:ext uri="{BB962C8B-B14F-4D97-AF65-F5344CB8AC3E}">
        <p14:creationId xmlns:p14="http://schemas.microsoft.com/office/powerpoint/2010/main" val="1936636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Aufräumen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10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Repo wieder auf Privat stellen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40779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47CCA5-6703-4BA0-6EF7-4489A4881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Danke für die Teilnahme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8D8B2B-7C8C-C004-6F91-CEC37A97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11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39B304-5970-36B2-631B-BBCDDA616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Schönen Abend!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67039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9AC2234F-DF7A-4081-BED1-1053B5B0BD96}" vid="{15C4B576-1271-49EA-B783-F07F3A36BB6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1dbf6c8a-8f63-44bb-83c7-9ba9b5d4efe9" xsi:nil="true"/>
    <lcf76f155ced4ddcb4097134ff3c332f xmlns="1dbf6c8a-8f63-44bb-83c7-9ba9b5d4efe9">
      <Terms xmlns="http://schemas.microsoft.com/office/infopath/2007/PartnerControls"/>
    </lcf76f155ced4ddcb4097134ff3c332f>
    <TaxCatchAll xmlns="06172d57-5d51-4d29-806c-4b74cd92957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D6A808F5B18B4EAF5BA513ACEC1F15" ma:contentTypeVersion="14" ma:contentTypeDescription="Crée un document." ma:contentTypeScope="" ma:versionID="90cadc050c97ef17732eccf05f282cbe">
  <xsd:schema xmlns:xsd="http://www.w3.org/2001/XMLSchema" xmlns:xs="http://www.w3.org/2001/XMLSchema" xmlns:p="http://schemas.microsoft.com/office/2006/metadata/properties" xmlns:ns2="1dbf6c8a-8f63-44bb-83c7-9ba9b5d4efe9" xmlns:ns3="06172d57-5d51-4d29-806c-4b74cd929571" targetNamespace="http://schemas.microsoft.com/office/2006/metadata/properties" ma:root="true" ma:fieldsID="4f5492ae7e1fa14b86c16250e6d1a161" ns2:_="" ns3:_="">
    <xsd:import namespace="1dbf6c8a-8f63-44bb-83c7-9ba9b5d4efe9"/>
    <xsd:import namespace="06172d57-5d51-4d29-806c-4b74cd92957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bf6c8a-8f63-44bb-83c7-9ba9b5d4e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d6bbf82-059b-4f28-9a20-fb972382e10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172d57-5d51-4d29-806c-4b74cd929571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3a3d301-c4de-4108-9014-f47ae7564939}" ma:internalName="TaxCatchAll" ma:showField="CatchAllData" ma:web="06172d57-5d51-4d29-806c-4b74cd92957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AE3F8FF-813C-4132-BE80-C573B634B91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75C5BEF-A826-4D32-BB75-8169F3E7AF17}">
  <ds:schemaRefs>
    <ds:schemaRef ds:uri="http://schemas.microsoft.com/office/2006/metadata/properties"/>
    <ds:schemaRef ds:uri="http://schemas.microsoft.com/office/infopath/2007/PartnerControls"/>
    <ds:schemaRef ds:uri="1dbf6c8a-8f63-44bb-83c7-9ba9b5d4efe9"/>
    <ds:schemaRef ds:uri="06172d57-5d51-4d29-806c-4b74cd929571"/>
  </ds:schemaRefs>
</ds:datastoreItem>
</file>

<file path=customXml/itemProps3.xml><?xml version="1.0" encoding="utf-8"?>
<ds:datastoreItem xmlns:ds="http://schemas.openxmlformats.org/officeDocument/2006/customXml" ds:itemID="{6DE9BA2F-C062-493E-910C-72A955AF13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bf6c8a-8f63-44bb-83c7-9ba9b5d4efe9"/>
    <ds:schemaRef ds:uri="06172d57-5d51-4d29-806c-4b74cd9295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Präsentation</Template>
  <TotalTime>38580</TotalTime>
  <Words>207</Words>
  <Application>Microsoft Office PowerPoint</Application>
  <PresentationFormat>Breitbild</PresentationFormat>
  <Paragraphs>56</Paragraphs>
  <Slides>11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Arial</vt:lpstr>
      <vt:lpstr>Calibri</vt:lpstr>
      <vt:lpstr>Open Sans</vt:lpstr>
      <vt:lpstr>Open Sans Light</vt:lpstr>
      <vt:lpstr>Office</vt:lpstr>
      <vt:lpstr>JavaScript Fortgeschritten</vt:lpstr>
      <vt:lpstr>Recap: Theorie-Inputs</vt:lpstr>
      <vt:lpstr>Recap</vt:lpstr>
      <vt:lpstr>Recap: Aufgabe</vt:lpstr>
      <vt:lpstr>Was machen wir heute?</vt:lpstr>
      <vt:lpstr>Maps mit Leaflet</vt:lpstr>
      <vt:lpstr>Aufgabe</vt:lpstr>
      <vt:lpstr>Aufgabe</vt:lpstr>
      <vt:lpstr>Ausblick</vt:lpstr>
      <vt:lpstr>Aufräumen</vt:lpstr>
      <vt:lpstr>Danke für die Teilnahme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Raphael Andres</dc:creator>
  <cp:lastModifiedBy>Raphael Andres</cp:lastModifiedBy>
  <cp:revision>114</cp:revision>
  <cp:lastPrinted>2017-06-27T06:37:46Z</cp:lastPrinted>
  <dcterms:created xsi:type="dcterms:W3CDTF">2024-07-15T14:16:58Z</dcterms:created>
  <dcterms:modified xsi:type="dcterms:W3CDTF">2026-01-16T14:32:43Z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0x0101001CD6A808F5B18B4EAF5BA513ACEC1F15</vt:lpwstr>
  </property>
  <property fmtid="{D5CDD505-2E9C-101B-9397-08002B2CF9AE}" pid="3" name="Order">
    <vt:r8>400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</Properties>
</file>