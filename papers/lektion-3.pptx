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312" r:id="rId6"/>
    <p:sldId id="309" r:id="rId7"/>
    <p:sldId id="307" r:id="rId8"/>
    <p:sldId id="308" r:id="rId9"/>
    <p:sldId id="311" r:id="rId10"/>
    <p:sldId id="310" r:id="rId11"/>
    <p:sldId id="313" r:id="rId12"/>
    <p:sldId id="295" r:id="rId13"/>
    <p:sldId id="298" r:id="rId14"/>
    <p:sldId id="272" r:id="rId15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5EB01E9-6A61-4EDA-A65F-79D5A985319E}">
          <p14:sldIdLst>
            <p14:sldId id="256"/>
          </p14:sldIdLst>
        </p14:section>
        <p14:section name="Recap" id="{9D3D6EE0-2854-49B6-8A11-D3333306B6B7}">
          <p14:sldIdLst>
            <p14:sldId id="312"/>
            <p14:sldId id="309"/>
            <p14:sldId id="307"/>
          </p14:sldIdLst>
        </p14:section>
        <p14:section name="Programm" id="{EDA0DBCE-7672-4BA6-A1C0-6154B6CA6049}">
          <p14:sldIdLst>
            <p14:sldId id="308"/>
            <p14:sldId id="311"/>
            <p14:sldId id="310"/>
            <p14:sldId id="313"/>
          </p14:sldIdLst>
        </p14:section>
        <p14:section name="Abschluss" id="{BDD9CAB4-1E85-4AAD-9582-8A028B42FA47}">
          <p14:sldIdLst>
            <p14:sldId id="295"/>
            <p14:sldId id="298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72" autoAdjust="0"/>
    <p:restoredTop sz="90290" autoAdjust="0"/>
  </p:normalViewPr>
  <p:slideViewPr>
    <p:cSldViewPr snapToGrid="0">
      <p:cViewPr varScale="1">
        <p:scale>
          <a:sx n="87" d="100"/>
          <a:sy n="87" d="100"/>
        </p:scale>
        <p:origin x="96" y="45"/>
      </p:cViewPr>
      <p:guideLst/>
    </p:cSldViewPr>
  </p:slideViewPr>
  <p:outlineViewPr>
    <p:cViewPr>
      <p:scale>
        <a:sx n="33" d="100"/>
        <a:sy n="33" d="100"/>
      </p:scale>
      <p:origin x="0" y="-857"/>
    </p:cViewPr>
  </p:outlineViewPr>
  <p:notesTextViewPr>
    <p:cViewPr>
      <p:scale>
        <a:sx n="104" d="100"/>
        <a:sy n="104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D672-218E-44CF-A13C-71AB61B14F4F}" type="datetimeFigureOut">
              <a:rPr lang="de-CH" smtClean="0"/>
              <a:t>01.02.2026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10991-BCFF-4D39-9AF4-8FF9B3C6450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88065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598B-8DA1-4BBA-9EA9-DC1615E9868A}" type="datetimeFigureOut">
              <a:rPr lang="de-CH" smtClean="0"/>
              <a:t>01.02.2026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940E-24E7-4D1A-B11D-DBBBB544974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952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Hallo zusammen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546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C007E-1867-744D-832E-2E2E0E33B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F36001A-3549-C688-5693-BC133242E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EB05B71-E72A-7EFE-C205-24C14E647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C03071-EFAD-0F33-2347-CCCADB429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66191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8463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69967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15:50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74930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15:50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8691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15:59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63794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01.02.2026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01.02.2026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lnSpc>
                <a:spcPct val="110000"/>
              </a:lnSpc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24000" y="1922462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dirty="0"/>
              <a:t>Titel durch Klicken hinzufügen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402137"/>
            <a:ext cx="9144000" cy="392285"/>
          </a:xfr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durch Klicken hinzufügen</a:t>
            </a:r>
            <a:endParaRPr lang="de-CH" dirty="0"/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28832"/>
            <a:ext cx="9144000" cy="34453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Anlass durch Klicken hinzufügen</a:t>
            </a:r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198116"/>
            <a:ext cx="9144000" cy="395287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Datum durch Klicken hinzufügen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810" y="225937"/>
            <a:ext cx="3584190" cy="129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884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Aft>
                <a:spcPts val="12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01.02.2026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01.02.2026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01.02.2026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  <a:prstGeom prst="roundRect">
            <a:avLst>
              <a:gd name="adj" fmla="val 268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lIns="216000" tIns="216000" rIns="216000" bIns="216000"/>
          <a:lstStyle>
            <a:lvl1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Mastertextformat bearbeiten</a:t>
            </a:r>
          </a:p>
          <a:p>
            <a:pPr lvl="1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Zweite Ebene</a:t>
            </a:r>
          </a:p>
          <a:p>
            <a:pPr lvl="2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Dritte Ebene</a:t>
            </a:r>
          </a:p>
          <a:p>
            <a:pPr lvl="3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	Vierte Ebene</a:t>
            </a:r>
          </a:p>
          <a:p>
            <a:pPr lvl="4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		Fünfte Ebene</a:t>
            </a:r>
          </a:p>
        </p:txBody>
      </p:sp>
    </p:spTree>
    <p:extLst>
      <p:ext uri="{BB962C8B-B14F-4D97-AF65-F5344CB8AC3E}">
        <p14:creationId xmlns:p14="http://schemas.microsoft.com/office/powerpoint/2010/main" val="103113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gross-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673640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01.02.2026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2132058"/>
            <a:ext cx="10515600" cy="4177760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1406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BCF4-0E81-4303-B76F-6C3D6B7E70BE}" type="datetime1">
              <a:rPr lang="de-CH" smtClean="0"/>
              <a:t>01.02.2026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616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01.02.2026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2791312"/>
            <a:ext cx="10515600" cy="3429874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6497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01.02.2026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1623818"/>
            <a:ext cx="10515600" cy="460553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084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01.02.2026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4"/>
          </p:nvPr>
        </p:nvSpPr>
        <p:spPr>
          <a:xfrm>
            <a:off x="838200" y="1644654"/>
            <a:ext cx="10515600" cy="4576532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24093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Vo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9518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175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494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6170612" y="2835388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 11"/>
          <p:cNvSpPr/>
          <p:nvPr userDrawn="1"/>
        </p:nvSpPr>
        <p:spPr>
          <a:xfrm>
            <a:off x="838200" y="2822690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465943"/>
            <a:ext cx="10515600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2823369"/>
            <a:ext cx="5157787" cy="4750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5366" y="3326603"/>
            <a:ext cx="5157787" cy="28093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0612" y="2822690"/>
            <a:ext cx="5183188" cy="475681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3329556"/>
            <a:ext cx="5183188" cy="2809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E98-33F3-4843-92CD-A9A795F13784}" type="datetime1">
              <a:rPr lang="de-CH" smtClean="0"/>
              <a:t>01.02.2026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077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14657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2896635"/>
            <a:ext cx="10515600" cy="3295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A1523D7E-84BA-4532-8AC0-0461707F3C45}" type="datetime1">
              <a:rPr lang="de-CH" smtClean="0"/>
              <a:pPr/>
              <a:t>01.02.2026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156" y="294900"/>
            <a:ext cx="1568334" cy="56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1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49" r:id="rId3"/>
    <p:sldLayoutId id="2147483650" r:id="rId4"/>
    <p:sldLayoutId id="2147483659" r:id="rId5"/>
    <p:sldLayoutId id="2147483664" r:id="rId6"/>
    <p:sldLayoutId id="2147483660" r:id="rId7"/>
    <p:sldLayoutId id="2147483651" r:id="rId8"/>
    <p:sldLayoutId id="2147483654" r:id="rId9"/>
    <p:sldLayoutId id="2147483655" r:id="rId10"/>
    <p:sldLayoutId id="2147483656" r:id="rId11"/>
    <p:sldLayoutId id="2147483652" r:id="rId12"/>
    <p:sldLayoutId id="2147483657" r:id="rId13"/>
    <p:sldLayoutId id="2147483658" r:id="rId14"/>
    <p:sldLayoutId id="214748365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eo.admin.ch/visualize-data/xyz.html" TargetMode="External"/><Relationship Id="rId2" Type="http://schemas.openxmlformats.org/officeDocument/2006/relationships/hyperlink" Target="https://leafletj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JavaScript</a:t>
            </a:r>
            <a:br>
              <a:rPr lang="de-CH" dirty="0"/>
            </a:br>
            <a:r>
              <a:rPr lang="de-CH" dirty="0"/>
              <a:t>Fortgeschritten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EMVs WeJs4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Lektion 3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CH" dirty="0"/>
              <a:t>02.02.2026</a:t>
            </a:r>
          </a:p>
        </p:txBody>
      </p:sp>
    </p:spTree>
    <p:extLst>
      <p:ext uri="{BB962C8B-B14F-4D97-AF65-F5344CB8AC3E}">
        <p14:creationId xmlns:p14="http://schemas.microsoft.com/office/powerpoint/2010/main" val="3728267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96FAC-38B2-98F9-8E20-7B904C44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51714A-0E26-E6D5-DB70-BC45D692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r>
              <a:rPr lang="de-CH" dirty="0"/>
              <a:t>: Theorie-Inputs</a:t>
            </a:r>
            <a:endParaRPr lang="LID4096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144769-756E-C3D9-789E-C033A881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47631-D23E-4F68-A65A-9F8E25610249}" type="slidenum">
              <a:rPr lang="de-CH" smtClean="0"/>
              <a:t>2</a:t>
            </a:fld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AD4EFB-4E49-26DA-5440-CF10EC87F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Data </a:t>
            </a:r>
            <a:r>
              <a:rPr lang="de-CH" dirty="0" err="1"/>
              <a:t>Fetching</a:t>
            </a:r>
            <a:endParaRPr lang="de-CH" dirty="0"/>
          </a:p>
          <a:p>
            <a:r>
              <a:rPr lang="de-CH" dirty="0"/>
              <a:t>Browser-APIs: Webcam, Geolocation, …</a:t>
            </a:r>
          </a:p>
          <a:p>
            <a:r>
              <a:rPr lang="de-CH" dirty="0"/>
              <a:t>Maps mit </a:t>
            </a:r>
            <a:r>
              <a:rPr lang="de-CH" dirty="0" err="1"/>
              <a:t>Leaflet</a:t>
            </a:r>
            <a:endParaRPr lang="de-CH" dirty="0"/>
          </a:p>
          <a:p>
            <a:r>
              <a:rPr lang="de-CH" dirty="0"/>
              <a:t>Integration von </a:t>
            </a:r>
            <a:r>
              <a:rPr lang="de-CH" dirty="0" err="1"/>
              <a:t>Machine</a:t>
            </a:r>
            <a:r>
              <a:rPr lang="de-CH" dirty="0"/>
              <a:t> Learning Modellen</a:t>
            </a:r>
          </a:p>
          <a:p>
            <a:endParaRPr lang="de-CH" dirty="0"/>
          </a:p>
          <a:p>
            <a:r>
              <a:rPr lang="de-CH" dirty="0"/>
              <a:t>Danach eigenständiges Projekt in Einzelarbeit</a:t>
            </a:r>
          </a:p>
          <a:p>
            <a:endParaRPr lang="de-CH" dirty="0"/>
          </a:p>
          <a:p>
            <a:endParaRPr lang="de-CH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240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866FC-A433-F504-B596-7E9D8294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8F8568-2DFF-ECA6-DDA0-1036B8BD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pPr/>
              <a:t>3</a:t>
            </a:fld>
            <a:endParaRPr lang="de-CH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5B918D7-5468-8803-A878-D5BFFE3E7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Browser-APIs: Webcam &amp; Geolocation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2885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8F2DFD-83CF-B8EC-E04E-F95C59C8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r>
              <a:rPr lang="de-CH" dirty="0"/>
              <a:t>: 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99BA8AF-2394-89BB-9C4E-F8602F5C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4</a:t>
            </a:fld>
            <a:endParaRPr lang="de-CH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31664FA1-9FAE-A908-8B33-F2E50FAA0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979366"/>
            <a:ext cx="10515600" cy="421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93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866FC-A433-F504-B596-7E9D8294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machen wir heute?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8F8568-2DFF-ECA6-DDA0-1036B8BD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pPr/>
              <a:t>5</a:t>
            </a:fld>
            <a:endParaRPr lang="de-CH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5B918D7-5468-8803-A878-D5BFFE3E7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Maps mit </a:t>
            </a:r>
            <a:r>
              <a:rPr lang="de-CH" dirty="0" err="1"/>
              <a:t>Leaflet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4719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69C0B9-618E-3C61-A53A-420DF6F84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Maps mit </a:t>
            </a:r>
            <a:r>
              <a:rPr lang="de-CH" dirty="0" err="1"/>
              <a:t>Leaflet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43BB501-C5C5-DCCE-F40C-3E1D70C8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6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CAA51D-787E-2082-B990-3BEBE6D70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02527"/>
            <a:ext cx="10515600" cy="3407291"/>
          </a:xfrm>
        </p:spPr>
        <p:txBody>
          <a:bodyPr/>
          <a:lstStyle/>
          <a:p>
            <a:r>
              <a:rPr lang="de-CH" dirty="0">
                <a:hlinkClick r:id="rId2"/>
              </a:rPr>
              <a:t>https://leafletjs.com</a:t>
            </a:r>
            <a:endParaRPr lang="de-CH" dirty="0"/>
          </a:p>
          <a:p>
            <a:endParaRPr lang="de-CH" dirty="0"/>
          </a:p>
          <a:p>
            <a:r>
              <a:rPr lang="de-CH" dirty="0">
                <a:hlinkClick r:id="rId3"/>
              </a:rPr>
              <a:t>https://docs.geo.admin.ch/visualize-data/xyz.html</a:t>
            </a:r>
            <a:endParaRPr lang="de-CH" dirty="0"/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1026" name="Picture 2" descr="Leaflet">
            <a:extLst>
              <a:ext uri="{FF2B5EF4-FFF2-40B4-BE49-F238E27FC236}">
                <a16:creationId xmlns:a16="http://schemas.microsoft.com/office/drawing/2014/main" id="{A28927F7-7125-8EB6-8C44-B88AAD0F5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100" y="1854729"/>
            <a:ext cx="571500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415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33105B-6971-2A96-5C1F-8C832C44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5AD0757-AB84-5D42-795F-BC036A24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7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D97E8F-419E-4C37-5E31-FB3C266A4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CH" dirty="0"/>
              <a:t>Implementiere eine Tracking-Funktion (Mein Standort auf der Karte) mit der </a:t>
            </a:r>
            <a:r>
              <a:rPr lang="de-CH" b="1" dirty="0" err="1"/>
              <a:t>watchPosition</a:t>
            </a:r>
            <a:r>
              <a:rPr lang="de-CH" dirty="0"/>
              <a:t>-Methode der Geolocation API</a:t>
            </a:r>
          </a:p>
          <a:p>
            <a:r>
              <a:rPr lang="de-CH" dirty="0"/>
              <a:t>Teste deine Implementation auf dem Smartphone: Laufe draussen umher (10 min.) und zeichne deine Location auf.</a:t>
            </a:r>
          </a:p>
          <a:p>
            <a:pPr lvl="1"/>
            <a:r>
              <a:rPr lang="de-CH" dirty="0"/>
              <a:t>Public Hosting z.B. mit GitHub Pages nötig (Repo publishen)</a:t>
            </a:r>
          </a:p>
          <a:p>
            <a:r>
              <a:rPr lang="de-CH" dirty="0"/>
              <a:t>Bonus: füge der Karte Markers oder weitere Formen hinzu</a:t>
            </a:r>
          </a:p>
        </p:txBody>
      </p:sp>
    </p:spTree>
    <p:extLst>
      <p:ext uri="{BB962C8B-B14F-4D97-AF65-F5344CB8AC3E}">
        <p14:creationId xmlns:p14="http://schemas.microsoft.com/office/powerpoint/2010/main" val="2954482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11603-1C50-99CD-7417-41D21847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907074-AD15-7245-B3F4-9B0EDEF5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18FA36E-FF47-007E-B973-0DD84BD5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8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DA43B9-0566-BF95-7CD8-C33A30F4F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algn="l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800"/>
              </a:spcAft>
              <a:buClrTx/>
              <a:buSzPts val="2800"/>
              <a:buFont typeface="Arial" panose="020B0604020202020204" pitchFamily="34" charset="0"/>
              <a:buChar char="•"/>
            </a:pPr>
            <a:r>
              <a:rPr lang="de-CH" kern="1200" dirty="0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Bonus </a:t>
            </a:r>
            <a:r>
              <a:rPr lang="de-CH" kern="1200" dirty="0" err="1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Bonus</a:t>
            </a:r>
            <a:r>
              <a:rPr lang="de-CH" kern="1200" dirty="0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 1: Berechne die Geschwindigkeit mit der sich der User bewegt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800"/>
              </a:spcAft>
              <a:buClrTx/>
              <a:buSzPts val="2800"/>
              <a:buFont typeface="Arial" panose="020B0604020202020204" pitchFamily="34" charset="0"/>
              <a:buChar char="•"/>
            </a:pPr>
            <a:r>
              <a:rPr lang="de-CH" kern="1200" dirty="0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Bonus Bonus 2: Speichere die Routen im </a:t>
            </a:r>
            <a:r>
              <a:rPr lang="de-CH" kern="1200" dirty="0" err="1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LocalStorage</a:t>
            </a:r>
            <a:r>
              <a:rPr lang="de-CH" kern="1200" dirty="0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 des Browsers und lass den User sie von einem Dropdown auswählen</a:t>
            </a:r>
            <a:endParaRPr lang="en-CH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0330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54B8E-2325-A7D7-2AC9-6809A909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Ausblick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E9A9BC-671F-045C-2E69-81D87F03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9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73142B-56F2-E851-90A7-FA21492D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Integration von </a:t>
            </a:r>
            <a:r>
              <a:rPr lang="de-CH" dirty="0" err="1"/>
              <a:t>Machine</a:t>
            </a:r>
            <a:r>
              <a:rPr lang="de-CH" dirty="0"/>
              <a:t> Learning Modellen</a:t>
            </a:r>
          </a:p>
        </p:txBody>
      </p:sp>
    </p:spTree>
    <p:extLst>
      <p:ext uri="{BB962C8B-B14F-4D97-AF65-F5344CB8AC3E}">
        <p14:creationId xmlns:p14="http://schemas.microsoft.com/office/powerpoint/2010/main" val="1936636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54B8E-2325-A7D7-2AC9-6809A909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Aufräumen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E9A9BC-671F-045C-2E69-81D87F03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10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73142B-56F2-E851-90A7-FA21492D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Repo wieder auf Privat stellen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40779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7CCA5-6703-4BA0-6EF7-4489A488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Danke für die Teilnahme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8D8B2B-7C8C-C004-6F91-CEC37A97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11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39B304-5970-36B2-631B-BBCDDA616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Schönen Abend!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67039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9AC2234F-DF7A-4081-BED1-1053B5B0BD96}" vid="{15C4B576-1271-49EA-B783-F07F3A36BB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D6A808F5B18B4EAF5BA513ACEC1F15" ma:contentTypeVersion="14" ma:contentTypeDescription="Crée un document." ma:contentTypeScope="" ma:versionID="90cadc050c97ef17732eccf05f282cbe">
  <xsd:schema xmlns:xsd="http://www.w3.org/2001/XMLSchema" xmlns:xs="http://www.w3.org/2001/XMLSchema" xmlns:p="http://schemas.microsoft.com/office/2006/metadata/properties" xmlns:ns2="1dbf6c8a-8f63-44bb-83c7-9ba9b5d4efe9" xmlns:ns3="06172d57-5d51-4d29-806c-4b74cd929571" targetNamespace="http://schemas.microsoft.com/office/2006/metadata/properties" ma:root="true" ma:fieldsID="4f5492ae7e1fa14b86c16250e6d1a161" ns2:_="" ns3:_="">
    <xsd:import namespace="1dbf6c8a-8f63-44bb-83c7-9ba9b5d4efe9"/>
    <xsd:import namespace="06172d57-5d51-4d29-806c-4b74cd9295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bf6c8a-8f63-44bb-83c7-9ba9b5d4ef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2d6bbf82-059b-4f28-9a20-fb972382e1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72d57-5d51-4d29-806c-4b74cd92957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3a3d301-c4de-4108-9014-f47ae7564939}" ma:internalName="TaxCatchAll" ma:showField="CatchAllData" ma:web="06172d57-5d51-4d29-806c-4b74cd9295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1dbf6c8a-8f63-44bb-83c7-9ba9b5d4efe9" xsi:nil="true"/>
    <lcf76f155ced4ddcb4097134ff3c332f xmlns="1dbf6c8a-8f63-44bb-83c7-9ba9b5d4efe9">
      <Terms xmlns="http://schemas.microsoft.com/office/infopath/2007/PartnerControls"/>
    </lcf76f155ced4ddcb4097134ff3c332f>
    <TaxCatchAll xmlns="06172d57-5d51-4d29-806c-4b74cd92957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E9BA2F-C062-493E-910C-72A955AF13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bf6c8a-8f63-44bb-83c7-9ba9b5d4efe9"/>
    <ds:schemaRef ds:uri="06172d57-5d51-4d29-806c-4b74cd9295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5C5BEF-A826-4D32-BB75-8169F3E7AF17}">
  <ds:schemaRefs>
    <ds:schemaRef ds:uri="http://schemas.microsoft.com/office/2006/metadata/properties"/>
    <ds:schemaRef ds:uri="http://schemas.microsoft.com/office/infopath/2007/PartnerControls"/>
    <ds:schemaRef ds:uri="1dbf6c8a-8f63-44bb-83c7-9ba9b5d4efe9"/>
    <ds:schemaRef ds:uri="06172d57-5d51-4d29-806c-4b74cd929571"/>
  </ds:schemaRefs>
</ds:datastoreItem>
</file>

<file path=customXml/itemProps3.xml><?xml version="1.0" encoding="utf-8"?>
<ds:datastoreItem xmlns:ds="http://schemas.openxmlformats.org/officeDocument/2006/customXml" ds:itemID="{1AE3F8FF-813C-4132-BE80-C573B634B9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</Template>
  <TotalTime>39613</TotalTime>
  <Words>209</Words>
  <Application>Microsoft Office PowerPoint</Application>
  <PresentationFormat>Breitbild</PresentationFormat>
  <Paragraphs>56</Paragraphs>
  <Slides>11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Open Sans</vt:lpstr>
      <vt:lpstr>Open Sans Light</vt:lpstr>
      <vt:lpstr>Office</vt:lpstr>
      <vt:lpstr>JavaScript Fortgeschritten</vt:lpstr>
      <vt:lpstr>Recap: Theorie-Inputs</vt:lpstr>
      <vt:lpstr>Recap</vt:lpstr>
      <vt:lpstr>Recap: Aufgabe</vt:lpstr>
      <vt:lpstr>Was machen wir heute?</vt:lpstr>
      <vt:lpstr>Maps mit Leaflet</vt:lpstr>
      <vt:lpstr>Aufgabe</vt:lpstr>
      <vt:lpstr>Aufgabe</vt:lpstr>
      <vt:lpstr>Ausblick</vt:lpstr>
      <vt:lpstr>Aufräumen</vt:lpstr>
      <vt:lpstr>Danke für die Teilnahme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Andres</dc:creator>
  <cp:lastModifiedBy>ANDRES Raphael</cp:lastModifiedBy>
  <cp:revision>118</cp:revision>
  <cp:lastPrinted>2017-06-27T06:37:46Z</cp:lastPrinted>
  <dcterms:created xsi:type="dcterms:W3CDTF">2024-07-15T14:16:58Z</dcterms:created>
  <dcterms:modified xsi:type="dcterms:W3CDTF">2026-02-02T11:36:17Z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0x0101001CD6A808F5B18B4EAF5BA513ACEC1F15</vt:lpwstr>
  </property>
  <property fmtid="{D5CDD505-2E9C-101B-9397-08002B2CF9AE}" pid="3" name="Order">
    <vt:r8>400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