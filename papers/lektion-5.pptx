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309" r:id="rId6"/>
    <p:sldId id="317" r:id="rId7"/>
    <p:sldId id="308" r:id="rId8"/>
    <p:sldId id="319" r:id="rId9"/>
    <p:sldId id="320" r:id="rId10"/>
    <p:sldId id="295" r:id="rId11"/>
    <p:sldId id="298" r:id="rId12"/>
    <p:sldId id="272" r:id="rId1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Recap" id="{9D3D6EE0-2854-49B6-8A11-D3333306B6B7}">
          <p14:sldIdLst>
            <p14:sldId id="309"/>
            <p14:sldId id="317"/>
          </p14:sldIdLst>
        </p14:section>
        <p14:section name="Programm" id="{EDA0DBCE-7672-4BA6-A1C0-6154B6CA6049}">
          <p14:sldIdLst>
            <p14:sldId id="308"/>
            <p14:sldId id="319"/>
            <p14:sldId id="320"/>
          </p14:sldIdLst>
        </p14:section>
        <p14:section name="Abschluss" id="{BDD9CAB4-1E85-4AAD-9582-8A028B42FA47}">
          <p14:sldIdLst>
            <p14:sldId id="295"/>
            <p14:sldId id="298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72" autoAdjust="0"/>
    <p:restoredTop sz="90290" autoAdjust="0"/>
  </p:normalViewPr>
  <p:slideViewPr>
    <p:cSldViewPr snapToGrid="0">
      <p:cViewPr varScale="1">
        <p:scale>
          <a:sx n="88" d="100"/>
          <a:sy n="88" d="100"/>
        </p:scale>
        <p:origin x="75" y="55"/>
      </p:cViewPr>
      <p:guideLst/>
    </p:cSldViewPr>
  </p:slideViewPr>
  <p:outlineViewPr>
    <p:cViewPr>
      <p:scale>
        <a:sx n="33" d="100"/>
        <a:sy n="33" d="100"/>
      </p:scale>
      <p:origin x="0" y="-857"/>
    </p:cViewPr>
  </p:outlin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17.02.2025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846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996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4930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691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15:59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79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17.02.2025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17.02.2025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  <a:prstGeom prst="roundRect">
            <a:avLst>
              <a:gd name="adj" fmla="val 268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lIns="216000" tIns="216000" rIns="216000" bIns="216000"/>
          <a:lstStyle>
            <a:lvl1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Mastertextformat bearbeiten</a:t>
            </a:r>
          </a:p>
          <a:p>
            <a:pPr lvl="1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Zweite Ebene</a:t>
            </a:r>
          </a:p>
          <a:p>
            <a:pPr lvl="2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Dritte Ebene</a:t>
            </a:r>
          </a:p>
          <a:p>
            <a:pPr lvl="3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Vierte Ebene</a:t>
            </a:r>
          </a:p>
          <a:p>
            <a:pPr lvl="4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	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31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17.02.2025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17.02.2025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17.02.2025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17.02.2025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4" r:id="rId6"/>
    <p:sldLayoutId id="2147483660" r:id="rId7"/>
    <p:sldLayoutId id="2147483651" r:id="rId8"/>
    <p:sldLayoutId id="2147483654" r:id="rId9"/>
    <p:sldLayoutId id="2147483655" r:id="rId10"/>
    <p:sldLayoutId id="2147483656" r:id="rId11"/>
    <p:sldLayoutId id="2147483652" r:id="rId12"/>
    <p:sldLayoutId id="2147483657" r:id="rId13"/>
    <p:sldLayoutId id="2147483658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Lektion 5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17.02.2025</a:t>
            </a:r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</p:txBody>
      </p:sp>
    </p:spTree>
    <p:extLst>
      <p:ext uri="{BB962C8B-B14F-4D97-AF65-F5344CB8AC3E}">
        <p14:creationId xmlns:p14="http://schemas.microsoft.com/office/powerpoint/2010/main" val="8288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9AC95-1507-3053-AAFB-0AE2BCF0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D9067-53E8-F7CF-AE5F-B0D78ACE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7AC8213-1D86-B15C-FCDA-77C9008B6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879"/>
            <a:ext cx="10588690" cy="4450939"/>
          </a:xfrm>
        </p:spPr>
        <p:txBody>
          <a:bodyPr/>
          <a:lstStyle/>
          <a:p>
            <a:r>
              <a:rPr lang="de-CH" dirty="0"/>
              <a:t>Zeichne mit Finger-Gesten Linien / Punkte auf ein Canvas</a:t>
            </a:r>
          </a:p>
          <a:p>
            <a:r>
              <a:rPr lang="de-CH" dirty="0"/>
              <a:t>Bonus: Jeder Finger soll eine andere Farbe / Grösse darstellen</a:t>
            </a:r>
          </a:p>
          <a:p>
            <a:endParaRPr lang="de-CH" dirty="0"/>
          </a:p>
          <a:p>
            <a:r>
              <a:rPr lang="de-CH" dirty="0"/>
              <a:t>Zähle, wie viele Finger jemand in die Höhe hält</a:t>
            </a:r>
          </a:p>
          <a:p>
            <a:r>
              <a:rPr lang="de-CH" dirty="0"/>
              <a:t>Bonus: Versuche ein Schere-Stein-Papier-Spiel zu implementieren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6669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machen wir heute?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Canvas &amp; P5.js</a:t>
            </a:r>
          </a:p>
          <a:p>
            <a:r>
              <a:rPr lang="de-CH" dirty="0"/>
              <a:t>Ideen und Konzept für Einzelarbeit überlegen</a:t>
            </a:r>
          </a:p>
          <a:p>
            <a:r>
              <a:rPr lang="de-CH" dirty="0"/>
              <a:t>Aufgaben vom letzten Mal anschauen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4719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3FDA9-93EA-793A-1711-8218E849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Theorie-Inputs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7F1427-F196-49B8-2A82-49979F76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6221E0-1A15-135C-4743-EE7BF3746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Fehlende Theorie-Inputs und Aufgaben nachholen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8405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6916-E3C4-FC52-2916-F0D2D231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B6487-AFA0-D4F8-034F-C9AD1D45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Überlegt euch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3416C37-8150-571F-1412-10E61609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3EB336-1E0E-E934-A551-A8F14B62C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Gibt es ein Thema in JavaScript, welches ihr noch gerne gemeinsam anschauen möchtet?</a:t>
            </a:r>
          </a:p>
          <a:p>
            <a:endParaRPr lang="de-CH" dirty="0"/>
          </a:p>
          <a:p>
            <a:r>
              <a:rPr lang="de-CH" dirty="0"/>
              <a:t>Was für ein Mini-Web-Projekt möchtet ihr in der verbleibenden Zeit machen?</a:t>
            </a:r>
          </a:p>
          <a:p>
            <a:pPr lvl="1"/>
            <a:r>
              <a:rPr lang="de-CH" dirty="0"/>
              <a:t>Schreibt ein Konzept, skizziert eure Idee</a:t>
            </a:r>
          </a:p>
          <a:p>
            <a:pPr lvl="1"/>
            <a:r>
              <a:rPr lang="de-CH" dirty="0"/>
              <a:t>Besprechung mit mir und dann </a:t>
            </a:r>
            <a:r>
              <a:rPr lang="de-CH" dirty="0" err="1"/>
              <a:t>let’s</a:t>
            </a:r>
            <a:r>
              <a:rPr lang="de-CH" dirty="0"/>
              <a:t> </a:t>
            </a:r>
            <a:r>
              <a:rPr lang="de-CH" dirty="0" err="1"/>
              <a:t>go</a:t>
            </a:r>
            <a:r>
              <a:rPr lang="de-CH" dirty="0"/>
              <a:t>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6373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Individuelle Projektarbeit</a:t>
            </a:r>
          </a:p>
        </p:txBody>
      </p:sp>
    </p:spTree>
    <p:extLst>
      <p:ext uri="{BB962C8B-B14F-4D97-AF65-F5344CB8AC3E}">
        <p14:creationId xmlns:p14="http://schemas.microsoft.com/office/powerpoint/2010/main" val="193663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Aufräumen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4077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CCA5-6703-4BA0-6EF7-4489A48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Danke für die Teilnahme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8D8B2B-7C8C-C004-6F91-CEC37A9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9B304-5970-36B2-631B-BBCDDA61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Schönen Abend!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703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customXml/itemProps2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39140</TotalTime>
  <Words>155</Words>
  <Application>Microsoft Office PowerPoint</Application>
  <PresentationFormat>Breitbild</PresentationFormat>
  <Paragraphs>47</Paragraphs>
  <Slides>9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Open Sans</vt:lpstr>
      <vt:lpstr>Open Sans Light</vt:lpstr>
      <vt:lpstr>Office</vt:lpstr>
      <vt:lpstr>JavaScript Fortgeschritten</vt:lpstr>
      <vt:lpstr>Recap</vt:lpstr>
      <vt:lpstr>Recap: Aufgabe</vt:lpstr>
      <vt:lpstr>Was machen wir heute?</vt:lpstr>
      <vt:lpstr>Theorie-Inputs</vt:lpstr>
      <vt:lpstr>Überlegt euch</vt:lpstr>
      <vt:lpstr>Ausblick</vt:lpstr>
      <vt:lpstr>Aufräumen</vt:lpstr>
      <vt:lpstr>Danke für die Teilnahme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Raphael Andres</cp:lastModifiedBy>
  <cp:revision>124</cp:revision>
  <cp:lastPrinted>2017-06-27T06:37:46Z</cp:lastPrinted>
  <dcterms:created xsi:type="dcterms:W3CDTF">2024-07-15T14:16:58Z</dcterms:created>
  <dcterms:modified xsi:type="dcterms:W3CDTF">2025-02-17T11:23:19Z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