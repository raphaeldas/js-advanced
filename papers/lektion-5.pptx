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56" r:id="rId5"/>
    <p:sldId id="309" r:id="rId6"/>
    <p:sldId id="317" r:id="rId7"/>
    <p:sldId id="308" r:id="rId8"/>
    <p:sldId id="319" r:id="rId9"/>
    <p:sldId id="320" r:id="rId10"/>
    <p:sldId id="295" r:id="rId11"/>
    <p:sldId id="298" r:id="rId12"/>
    <p:sldId id="272" r:id="rId13"/>
  </p:sldIdLst>
  <p:sldSz cx="12192000" cy="6858000"/>
  <p:notesSz cx="6797675" cy="9926638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25EB01E9-6A61-4EDA-A65F-79D5A985319E}">
          <p14:sldIdLst>
            <p14:sldId id="256"/>
          </p14:sldIdLst>
        </p14:section>
        <p14:section name="Recap" id="{9D3D6EE0-2854-49B6-8A11-D3333306B6B7}">
          <p14:sldIdLst>
            <p14:sldId id="309"/>
            <p14:sldId id="317"/>
          </p14:sldIdLst>
        </p14:section>
        <p14:section name="Programm" id="{EDA0DBCE-7672-4BA6-A1C0-6154B6CA6049}">
          <p14:sldIdLst>
            <p14:sldId id="308"/>
            <p14:sldId id="319"/>
            <p14:sldId id="320"/>
          </p14:sldIdLst>
        </p14:section>
        <p14:section name="Abschluss" id="{BDD9CAB4-1E85-4AAD-9582-8A028B42FA47}">
          <p14:sldIdLst>
            <p14:sldId id="295"/>
            <p14:sldId id="298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872" autoAdjust="0"/>
    <p:restoredTop sz="90290" autoAdjust="0"/>
  </p:normalViewPr>
  <p:slideViewPr>
    <p:cSldViewPr snapToGrid="0">
      <p:cViewPr>
        <p:scale>
          <a:sx n="88" d="100"/>
          <a:sy n="88" d="100"/>
        </p:scale>
        <p:origin x="75" y="55"/>
      </p:cViewPr>
      <p:guideLst/>
    </p:cSldViewPr>
  </p:slideViewPr>
  <p:outlineViewPr>
    <p:cViewPr>
      <p:scale>
        <a:sx n="33" d="100"/>
        <a:sy n="33" d="100"/>
      </p:scale>
      <p:origin x="0" y="-857"/>
    </p:cViewPr>
  </p:outlineViewPr>
  <p:notesTextViewPr>
    <p:cViewPr>
      <p:scale>
        <a:sx n="104" d="100"/>
        <a:sy n="104" d="100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382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23D672-218E-44CF-A13C-71AB61B14F4F}" type="datetimeFigureOut">
              <a:rPr lang="de-CH" smtClean="0"/>
              <a:t>17.02.2025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E10991-BCFF-4D39-9AF4-8FF9B3C6450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880650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FA598B-8DA1-4BBA-9EA9-DC1615E9868A}" type="datetimeFigureOut">
              <a:rPr lang="de-CH" smtClean="0"/>
              <a:t>17.02.2025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3C940E-24E7-4D1A-B11D-DBBBB544974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895257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Hallo zusammen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95462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84635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699671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15:50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749308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15:50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886916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15:59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637949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175485"/>
            <a:ext cx="10515600" cy="1325563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838200" y="2641717"/>
            <a:ext cx="10515600" cy="3629025"/>
          </a:xfrm>
        </p:spPr>
        <p:txBody>
          <a:bodyPr/>
          <a:lstStyle>
            <a:lvl1pPr>
              <a:spcBef>
                <a:spcPts val="300"/>
              </a:spcBef>
              <a:spcAft>
                <a:spcPts val="800"/>
              </a:spcAft>
              <a:defRPr sz="3200"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lnSpc>
                <a:spcPct val="110000"/>
              </a:lnSpc>
              <a:spcAft>
                <a:spcPts val="1200"/>
              </a:spcAft>
              <a:defRPr sz="28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spcAft>
                <a:spcPts val="1200"/>
              </a:spcAft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3F526-C1D0-4550-B781-F5C2F41E5AD9}" type="datetime1">
              <a:rPr lang="de-CH" smtClean="0"/>
              <a:t>17.02.2025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BEDEFE6B-CD47-48D6-8858-514CE6C5B606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962290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gross-ein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17.02.2025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1858879"/>
            <a:ext cx="10515600" cy="4450939"/>
          </a:xfrm>
        </p:spPr>
        <p:txBody>
          <a:bodyPr/>
          <a:lstStyle>
            <a:lvl1pPr>
              <a:spcBef>
                <a:spcPts val="300"/>
              </a:spcBef>
              <a:spcAft>
                <a:spcPts val="800"/>
              </a:spcAft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lnSpc>
                <a:spcPct val="110000"/>
              </a:lnSpc>
              <a:defRPr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lnSpc>
                <a:spcPct val="110000"/>
              </a:lnSpc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3434726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524000" y="1922462"/>
            <a:ext cx="9144000" cy="2387600"/>
          </a:xfrm>
        </p:spPr>
        <p:txBody>
          <a:bodyPr anchor="b">
            <a:normAutofit/>
          </a:bodyPr>
          <a:lstStyle>
            <a:lvl1pPr algn="l">
              <a:defRPr sz="7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de-DE" dirty="0"/>
              <a:t>Titel durch Klicken hinzufügen</a:t>
            </a:r>
            <a:endParaRPr lang="de-CH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1524000" y="4402137"/>
            <a:ext cx="9144000" cy="392285"/>
          </a:xfrm>
        </p:spPr>
        <p:txBody>
          <a:bodyPr>
            <a:normAutofit/>
          </a:bodyPr>
          <a:lstStyle>
            <a:lvl1pPr marL="0" indent="0" algn="l">
              <a:buNone/>
              <a:defRPr sz="2400" baseline="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 durch Klicken hinzufügen</a:t>
            </a:r>
            <a:endParaRPr lang="de-CH" dirty="0"/>
          </a:p>
        </p:txBody>
      </p:sp>
      <p:sp>
        <p:nvSpPr>
          <p:cNvPr id="33" name="Textplatzhalter 32"/>
          <p:cNvSpPr>
            <a:spLocks noGrp="1"/>
          </p:cNvSpPr>
          <p:nvPr>
            <p:ph type="body" sz="quarter" idx="10" hasCustomPrompt="1"/>
          </p:nvPr>
        </p:nvSpPr>
        <p:spPr>
          <a:xfrm>
            <a:off x="1524001" y="4828832"/>
            <a:ext cx="9144000" cy="344530"/>
          </a:xfrm>
        </p:spPr>
        <p:txBody>
          <a:bodyPr/>
          <a:lstStyle>
            <a:lvl1pPr marL="0" indent="0" algn="l">
              <a:buNone/>
              <a:defRPr sz="200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de-DE" dirty="0"/>
              <a:t>Anlass durch Klicken hinzufügen</a:t>
            </a:r>
          </a:p>
        </p:txBody>
      </p:sp>
      <p:sp>
        <p:nvSpPr>
          <p:cNvPr id="36" name="Textplatzhalter 35"/>
          <p:cNvSpPr>
            <a:spLocks noGrp="1"/>
          </p:cNvSpPr>
          <p:nvPr>
            <p:ph type="body" sz="quarter" idx="11" hasCustomPrompt="1"/>
          </p:nvPr>
        </p:nvSpPr>
        <p:spPr>
          <a:xfrm>
            <a:off x="1524000" y="5198116"/>
            <a:ext cx="9144000" cy="395287"/>
          </a:xfrm>
        </p:spPr>
        <p:txBody>
          <a:bodyPr/>
          <a:lstStyle>
            <a:lvl1pPr marL="0" indent="0" algn="l">
              <a:buNone/>
              <a:defRPr sz="2000" baseline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de-DE" dirty="0"/>
              <a:t>Datum durch Klicken hinzufügen</a:t>
            </a:r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810" y="225937"/>
            <a:ext cx="3584190" cy="1292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58843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175485"/>
            <a:ext cx="10515600" cy="1325563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838200" y="2641717"/>
            <a:ext cx="10515600" cy="3629025"/>
          </a:xfrm>
        </p:spPr>
        <p:txBody>
          <a:bodyPr/>
          <a:lstStyle>
            <a:lvl1pPr>
              <a:spcAft>
                <a:spcPts val="1200"/>
              </a:spcAft>
              <a:defRPr sz="3200"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spcAft>
                <a:spcPts val="1200"/>
              </a:spcAft>
              <a:defRPr sz="28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spcAft>
                <a:spcPts val="1200"/>
              </a:spcAft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3F526-C1D0-4550-B781-F5C2F41E5AD9}" type="datetime1">
              <a:rPr lang="de-CH" smtClean="0"/>
              <a:t>17.02.2025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BEDEFE6B-CD47-48D6-8858-514CE6C5B606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962290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gross-ein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17.02.2025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1858879"/>
            <a:ext cx="10515600" cy="4450939"/>
          </a:xfrm>
        </p:spPr>
        <p:txBody>
          <a:bodyPr/>
          <a:lstStyle>
            <a:lvl1pPr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343472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Snipp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17.02.2025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1858879"/>
            <a:ext cx="10515600" cy="4450939"/>
          </a:xfrm>
          <a:prstGeom prst="roundRect">
            <a:avLst>
              <a:gd name="adj" fmla="val 2685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lIns="216000" tIns="216000" rIns="216000" bIns="216000"/>
          <a:lstStyle>
            <a:lvl1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</a:lstStyle>
          <a:p>
            <a:pPr lvl="0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Mastertextformat bearbeiten</a:t>
            </a:r>
          </a:p>
          <a:p>
            <a:pPr lvl="1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Zweite Ebene</a:t>
            </a:r>
          </a:p>
          <a:p>
            <a:pPr lvl="2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	Dritte Ebene</a:t>
            </a:r>
          </a:p>
          <a:p>
            <a:pPr lvl="3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		Vierte Ebene</a:t>
            </a:r>
          </a:p>
          <a:p>
            <a:pPr lvl="4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			Fünfte Ebene</a:t>
            </a:r>
          </a:p>
        </p:txBody>
      </p:sp>
    </p:spTree>
    <p:extLst>
      <p:ext uri="{BB962C8B-B14F-4D97-AF65-F5344CB8AC3E}">
        <p14:creationId xmlns:p14="http://schemas.microsoft.com/office/powerpoint/2010/main" val="10311350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-gross-zwei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673640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17.02.2025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2132058"/>
            <a:ext cx="10515600" cy="4177760"/>
          </a:xfrm>
        </p:spPr>
        <p:txBody>
          <a:bodyPr/>
          <a:lstStyle>
            <a:lvl1pPr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1406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6BCF4-0E81-4303-B76F-6C3D6B7E70BE}" type="datetime1">
              <a:rPr lang="de-CH" smtClean="0"/>
              <a:t>17.02.2025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61650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 kl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17.02.2025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Tabellenplatzhalter 6"/>
          <p:cNvSpPr>
            <a:spLocks noGrp="1"/>
          </p:cNvSpPr>
          <p:nvPr>
            <p:ph type="tbl" sz="quarter" idx="13"/>
          </p:nvPr>
        </p:nvSpPr>
        <p:spPr>
          <a:xfrm>
            <a:off x="838200" y="2791312"/>
            <a:ext cx="10515600" cy="3429874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649794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 Gro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17.02.2025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6" name="Tabellenplatzhalter 6"/>
          <p:cNvSpPr>
            <a:spLocks noGrp="1"/>
          </p:cNvSpPr>
          <p:nvPr>
            <p:ph type="tbl" sz="quarter" idx="13"/>
          </p:nvPr>
        </p:nvSpPr>
        <p:spPr>
          <a:xfrm>
            <a:off x="838200" y="1623818"/>
            <a:ext cx="10515600" cy="4605532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108406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17.02.2025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8" name="Diagrammplatzhalter 7"/>
          <p:cNvSpPr>
            <a:spLocks noGrp="1"/>
          </p:cNvSpPr>
          <p:nvPr>
            <p:ph type="chart" sz="quarter" idx="14"/>
          </p:nvPr>
        </p:nvSpPr>
        <p:spPr>
          <a:xfrm>
            <a:off x="838200" y="1644654"/>
            <a:ext cx="10515600" cy="4576532"/>
          </a:xfrm>
        </p:spPr>
        <p:txBody>
          <a:bodyPr/>
          <a:lstStyle/>
          <a:p>
            <a:r>
              <a:rPr lang="de-DE"/>
              <a:t>Diagramm durch Klicken auf Symbol 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7240936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-Vo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895185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91759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r ohn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54946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/>
          <p:cNvSpPr/>
          <p:nvPr userDrawn="1"/>
        </p:nvSpPr>
        <p:spPr>
          <a:xfrm>
            <a:off x="6170612" y="2835388"/>
            <a:ext cx="5159375" cy="3316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Rechteck 11"/>
          <p:cNvSpPr/>
          <p:nvPr userDrawn="1"/>
        </p:nvSpPr>
        <p:spPr>
          <a:xfrm>
            <a:off x="838200" y="2822690"/>
            <a:ext cx="5159375" cy="3316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465943"/>
            <a:ext cx="10515600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2823369"/>
            <a:ext cx="5157787" cy="47500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5366" y="3326603"/>
            <a:ext cx="5157787" cy="28093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0612" y="2822690"/>
            <a:ext cx="5183188" cy="475681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3329556"/>
            <a:ext cx="5183188" cy="28099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B2E98-33F3-4843-92CD-A9A795F13784}" type="datetime1">
              <a:rPr lang="de-CH" smtClean="0"/>
              <a:t>17.02.2025</a:t>
            </a:fld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40779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146574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de-DE" dirty="0"/>
              <a:t>Titelmasterformat durch Klicken bearbeiten</a:t>
            </a:r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2896635"/>
            <a:ext cx="10515600" cy="32959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A1523D7E-84BA-4532-8AC0-0461707F3C45}" type="datetime1">
              <a:rPr lang="de-CH" smtClean="0"/>
              <a:pPr/>
              <a:t>17.02.2025</a:t>
            </a:fld>
            <a:endParaRPr lang="de-CH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1156" y="294900"/>
            <a:ext cx="1568334" cy="565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919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2" r:id="rId2"/>
    <p:sldLayoutId id="2147483649" r:id="rId3"/>
    <p:sldLayoutId id="2147483650" r:id="rId4"/>
    <p:sldLayoutId id="2147483659" r:id="rId5"/>
    <p:sldLayoutId id="2147483664" r:id="rId6"/>
    <p:sldLayoutId id="2147483660" r:id="rId7"/>
    <p:sldLayoutId id="2147483651" r:id="rId8"/>
    <p:sldLayoutId id="2147483654" r:id="rId9"/>
    <p:sldLayoutId id="2147483655" r:id="rId10"/>
    <p:sldLayoutId id="2147483656" r:id="rId11"/>
    <p:sldLayoutId id="2147483652" r:id="rId12"/>
    <p:sldLayoutId id="2147483657" r:id="rId13"/>
    <p:sldLayoutId id="2147483658" r:id="rId14"/>
    <p:sldLayoutId id="2147483653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24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JavaScript</a:t>
            </a:r>
            <a:br>
              <a:rPr lang="de-CH" dirty="0"/>
            </a:br>
            <a:r>
              <a:rPr lang="de-CH" dirty="0"/>
              <a:t>Fortgeschritten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de-CH" dirty="0"/>
              <a:t>EMVs WeJs4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r>
              <a:rPr lang="de-CH" dirty="0"/>
              <a:t>Lektion 5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CH" dirty="0"/>
              <a:t>17.02.2025</a:t>
            </a:r>
          </a:p>
        </p:txBody>
      </p:sp>
    </p:spTree>
    <p:extLst>
      <p:ext uri="{BB962C8B-B14F-4D97-AF65-F5344CB8AC3E}">
        <p14:creationId xmlns:p14="http://schemas.microsoft.com/office/powerpoint/2010/main" val="3728267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3866FC-A433-F504-B596-7E9D82948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Recap</a:t>
            </a:r>
            <a:endParaRPr lang="LID4096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8F8568-2DFF-ECA6-DDA0-1036B8BD7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pPr/>
              <a:t>2</a:t>
            </a:fld>
            <a:endParaRPr lang="de-CH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5B918D7-5468-8803-A878-D5BFFE3E7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Integration von </a:t>
            </a:r>
            <a:r>
              <a:rPr lang="de-CH" dirty="0" err="1"/>
              <a:t>Machine</a:t>
            </a:r>
            <a:r>
              <a:rPr lang="de-CH" dirty="0"/>
              <a:t> Learning Modellen</a:t>
            </a:r>
          </a:p>
        </p:txBody>
      </p:sp>
    </p:spTree>
    <p:extLst>
      <p:ext uri="{BB962C8B-B14F-4D97-AF65-F5344CB8AC3E}">
        <p14:creationId xmlns:p14="http://schemas.microsoft.com/office/powerpoint/2010/main" val="828858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A9AC95-1507-3053-AAFB-0AE2BCF00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Recap</a:t>
            </a:r>
            <a:r>
              <a:rPr lang="de-CH" dirty="0"/>
              <a:t>: Aufgabe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55D9067-53E8-F7CF-AE5F-B0D78ACE0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3</a:t>
            </a:fld>
            <a:endParaRPr lang="de-CH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E7AC8213-1D86-B15C-FCDA-77C9008B6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8879"/>
            <a:ext cx="10588690" cy="4450939"/>
          </a:xfrm>
        </p:spPr>
        <p:txBody>
          <a:bodyPr/>
          <a:lstStyle/>
          <a:p>
            <a:r>
              <a:rPr lang="de-CH" dirty="0"/>
              <a:t>Zeichne mit Finger-Gesten Linien / Punkte auf ein Canvas</a:t>
            </a:r>
          </a:p>
          <a:p>
            <a:r>
              <a:rPr lang="de-CH" dirty="0"/>
              <a:t>Bonus: Jeder Finger soll eine andere Farbe / Grösse darstellen</a:t>
            </a:r>
          </a:p>
          <a:p>
            <a:endParaRPr lang="de-CH" dirty="0"/>
          </a:p>
          <a:p>
            <a:r>
              <a:rPr lang="de-CH" dirty="0"/>
              <a:t>Zähle, wie viele Finger jemand in die Höhe hält</a:t>
            </a:r>
          </a:p>
          <a:p>
            <a:r>
              <a:rPr lang="de-CH" dirty="0"/>
              <a:t>Bonus: Versuche ein Schere-Stein-Papier-Spiel zu implementieren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466697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3866FC-A433-F504-B596-7E9D82948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Was machen wir heute?</a:t>
            </a:r>
            <a:endParaRPr lang="LID4096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8F8568-2DFF-ECA6-DDA0-1036B8BD7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pPr/>
              <a:t>4</a:t>
            </a:fld>
            <a:endParaRPr lang="de-CH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5B918D7-5468-8803-A878-D5BFFE3E7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Canvas &amp; P5.js</a:t>
            </a:r>
          </a:p>
          <a:p>
            <a:r>
              <a:rPr lang="de-CH" dirty="0"/>
              <a:t>Ideen und Konzept für Einzelarbeit überlegen</a:t>
            </a:r>
          </a:p>
          <a:p>
            <a:r>
              <a:rPr lang="de-CH" dirty="0"/>
              <a:t>Aufgaben vom letzten Mal anschauen</a:t>
            </a:r>
          </a:p>
          <a:p>
            <a:pPr marL="0" indent="0">
              <a:buNone/>
            </a:pP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47198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23FDA9-93EA-793A-1711-8218E8495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Theorie-Inputs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C7F1427-F196-49B8-2A82-49979F76B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5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36221E0-1A15-135C-4743-EE7BF3746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Fehlende Theorie-Inputs und Aufgaben nachholen</a:t>
            </a:r>
          </a:p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8840579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E6916-E3C4-FC52-2916-F0D2D231E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3B6487-AFA0-D4F8-034F-C9AD1D459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Überlegt euch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3416C37-8150-571F-1412-10E616090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6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3EB336-1E0E-E934-A551-A8F14B62C1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Gibt es ein Thema in JavaScript, welches ihr noch gerne gemeinsam anschauen möchtet?</a:t>
            </a:r>
          </a:p>
          <a:p>
            <a:endParaRPr lang="de-CH" dirty="0"/>
          </a:p>
          <a:p>
            <a:r>
              <a:rPr lang="de-CH" dirty="0"/>
              <a:t>Was für ein Mini-Web-Projekt möchtet ihr in der verbleibenden Zeit machen?</a:t>
            </a:r>
          </a:p>
          <a:p>
            <a:pPr lvl="1"/>
            <a:r>
              <a:rPr lang="de-CH" dirty="0"/>
              <a:t>Schreibt ein Konzept, skizziert eure Idee</a:t>
            </a:r>
          </a:p>
          <a:p>
            <a:pPr lvl="1"/>
            <a:r>
              <a:rPr lang="de-CH" dirty="0"/>
              <a:t>Besprechung mit mir und dann </a:t>
            </a:r>
            <a:r>
              <a:rPr lang="de-CH" dirty="0" err="1"/>
              <a:t>let’s</a:t>
            </a:r>
            <a:r>
              <a:rPr lang="de-CH" dirty="0"/>
              <a:t> </a:t>
            </a:r>
            <a:r>
              <a:rPr lang="de-CH" dirty="0" err="1"/>
              <a:t>go</a:t>
            </a:r>
            <a:r>
              <a:rPr lang="de-CH" dirty="0"/>
              <a:t>!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363735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454B8E-2325-A7D7-2AC9-6809A9097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Ausblick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0E9A9BC-671F-045C-2E69-81D87F03A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7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773142B-56F2-E851-90A7-FA21492D8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Individuelle Projektarbeit</a:t>
            </a:r>
          </a:p>
        </p:txBody>
      </p:sp>
    </p:spTree>
    <p:extLst>
      <p:ext uri="{BB962C8B-B14F-4D97-AF65-F5344CB8AC3E}">
        <p14:creationId xmlns:p14="http://schemas.microsoft.com/office/powerpoint/2010/main" val="19366361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454B8E-2325-A7D7-2AC9-6809A9097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Aufräumen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0E9A9BC-671F-045C-2E69-81D87F03A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8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773142B-56F2-E851-90A7-FA21492D8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407794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47CCA5-6703-4BA0-6EF7-4489A4881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Danke für die Teilnahme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98D8B2B-7C8C-C004-6F91-CEC37A977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9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39B304-5970-36B2-631B-BBCDDA616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Schönen Abend!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6670392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1" id="{9AC2234F-DF7A-4081-BED1-1053B5B0BD96}" vid="{15C4B576-1271-49EA-B783-F07F3A36BB6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LengthInSeconds xmlns="1dbf6c8a-8f63-44bb-83c7-9ba9b5d4efe9" xsi:nil="true"/>
    <lcf76f155ced4ddcb4097134ff3c332f xmlns="1dbf6c8a-8f63-44bb-83c7-9ba9b5d4efe9">
      <Terms xmlns="http://schemas.microsoft.com/office/infopath/2007/PartnerControls"/>
    </lcf76f155ced4ddcb4097134ff3c332f>
    <TaxCatchAll xmlns="06172d57-5d51-4d29-806c-4b74cd92957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CD6A808F5B18B4EAF5BA513ACEC1F15" ma:contentTypeVersion="14" ma:contentTypeDescription="Crée un document." ma:contentTypeScope="" ma:versionID="90cadc050c97ef17732eccf05f282cbe">
  <xsd:schema xmlns:xsd="http://www.w3.org/2001/XMLSchema" xmlns:xs="http://www.w3.org/2001/XMLSchema" xmlns:p="http://schemas.microsoft.com/office/2006/metadata/properties" xmlns:ns2="1dbf6c8a-8f63-44bb-83c7-9ba9b5d4efe9" xmlns:ns3="06172d57-5d51-4d29-806c-4b74cd929571" targetNamespace="http://schemas.microsoft.com/office/2006/metadata/properties" ma:root="true" ma:fieldsID="4f5492ae7e1fa14b86c16250e6d1a161" ns2:_="" ns3:_="">
    <xsd:import namespace="1dbf6c8a-8f63-44bb-83c7-9ba9b5d4efe9"/>
    <xsd:import namespace="06172d57-5d51-4d29-806c-4b74cd92957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LengthInSeconds" minOccurs="0"/>
                <xsd:element ref="ns2:MediaServiceDateTaken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bf6c8a-8f63-44bb-83c7-9ba9b5d4ef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2" nillable="true" ma:displayName="MediaServiceDateTaken" ma:description="" ma:hidden="true" ma:indexed="true" ma:internalName="MediaServiceDateTaken" ma:readOnly="true">
      <xsd:simpleType>
        <xsd:restriction base="dms:Text"/>
      </xsd:simpleType>
    </xsd:element>
    <xsd:element name="MediaServiceLocation" ma:index="13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Balises d’images" ma:readOnly="false" ma:fieldId="{5cf76f15-5ced-4ddc-b409-7134ff3c332f}" ma:taxonomyMulti="true" ma:sspId="2d6bbf82-059b-4f28-9a20-fb972382e10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172d57-5d51-4d29-806c-4b74cd929571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83a3d301-c4de-4108-9014-f47ae7564939}" ma:internalName="TaxCatchAll" ma:showField="CatchAllData" ma:web="06172d57-5d51-4d29-806c-4b74cd92957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75C5BEF-A826-4D32-BB75-8169F3E7AF17}">
  <ds:schemaRefs>
    <ds:schemaRef ds:uri="http://schemas.microsoft.com/office/2006/metadata/properties"/>
    <ds:schemaRef ds:uri="http://schemas.microsoft.com/office/infopath/2007/PartnerControls"/>
    <ds:schemaRef ds:uri="1dbf6c8a-8f63-44bb-83c7-9ba9b5d4efe9"/>
    <ds:schemaRef ds:uri="06172d57-5d51-4d29-806c-4b74cd929571"/>
  </ds:schemaRefs>
</ds:datastoreItem>
</file>

<file path=customXml/itemProps2.xml><?xml version="1.0" encoding="utf-8"?>
<ds:datastoreItem xmlns:ds="http://schemas.openxmlformats.org/officeDocument/2006/customXml" ds:itemID="{1AE3F8FF-813C-4132-BE80-C573B634B91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DE9BA2F-C062-493E-910C-72A955AF13B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dbf6c8a-8f63-44bb-83c7-9ba9b5d4efe9"/>
    <ds:schemaRef ds:uri="06172d57-5d51-4d29-806c-4b74cd92957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Präsentation</Template>
  <TotalTime>39382</TotalTime>
  <Words>155</Words>
  <Application>Microsoft Office PowerPoint</Application>
  <PresentationFormat>Breitbild</PresentationFormat>
  <Paragraphs>47</Paragraphs>
  <Slides>9</Slides>
  <Notes>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4" baseType="lpstr">
      <vt:lpstr>Arial</vt:lpstr>
      <vt:lpstr>Calibri</vt:lpstr>
      <vt:lpstr>Open Sans</vt:lpstr>
      <vt:lpstr>Open Sans Light</vt:lpstr>
      <vt:lpstr>Office</vt:lpstr>
      <vt:lpstr>JavaScript Fortgeschritten</vt:lpstr>
      <vt:lpstr>Recap</vt:lpstr>
      <vt:lpstr>Recap: Aufgabe</vt:lpstr>
      <vt:lpstr>Was machen wir heute?</vt:lpstr>
      <vt:lpstr>Theorie-Inputs</vt:lpstr>
      <vt:lpstr>Überlegt euch</vt:lpstr>
      <vt:lpstr>Ausblick</vt:lpstr>
      <vt:lpstr>Aufräumen</vt:lpstr>
      <vt:lpstr>Danke für die Teilnahme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Raphael Andres</dc:creator>
  <cp:lastModifiedBy>Raphael Andres</cp:lastModifiedBy>
  <cp:revision>124</cp:revision>
  <cp:lastPrinted>2017-06-27T06:37:46Z</cp:lastPrinted>
  <dcterms:created xsi:type="dcterms:W3CDTF">2024-07-15T14:16:58Z</dcterms:created>
  <dcterms:modified xsi:type="dcterms:W3CDTF">2025-02-17T15:25:15Z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0x0101001CD6A808F5B18B4EAF5BA513ACEC1F15</vt:lpwstr>
  </property>
  <property fmtid="{D5CDD505-2E9C-101B-9397-08002B2CF9AE}" pid="3" name="Order">
    <vt:r8>400</vt:r8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_SourceUrl">
    <vt:lpwstr/>
  </property>
  <property fmtid="{D5CDD505-2E9C-101B-9397-08002B2CF9AE}" pid="7" name="_SharedFileIndex">
    <vt:lpwstr/>
  </property>
  <property fmtid="{D5CDD505-2E9C-101B-9397-08002B2CF9AE}" pid="8" name="ComplianceAssetId">
    <vt:lpwstr/>
  </property>
</Properties>
</file>