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312" r:id="rId6"/>
    <p:sldId id="309" r:id="rId7"/>
    <p:sldId id="303" r:id="rId8"/>
    <p:sldId id="307" r:id="rId9"/>
    <p:sldId id="308" r:id="rId10"/>
    <p:sldId id="310" r:id="rId11"/>
    <p:sldId id="295" r:id="rId12"/>
    <p:sldId id="298" r:id="rId13"/>
    <p:sldId id="272" r:id="rId14"/>
  </p:sldIdLst>
  <p:sldSz cx="12192000" cy="6858000"/>
  <p:notesSz cx="6797675" cy="9926638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25EB01E9-6A61-4EDA-A65F-79D5A985319E}">
          <p14:sldIdLst>
            <p14:sldId id="256"/>
          </p14:sldIdLst>
        </p14:section>
        <p14:section name="Recap" id="{9D3D6EE0-2854-49B6-8A11-D3333306B6B7}">
          <p14:sldIdLst>
            <p14:sldId id="312"/>
            <p14:sldId id="309"/>
            <p14:sldId id="303"/>
            <p14:sldId id="307"/>
          </p14:sldIdLst>
        </p14:section>
        <p14:section name="Programm" id="{EDA0DBCE-7672-4BA6-A1C0-6154B6CA6049}">
          <p14:sldIdLst>
            <p14:sldId id="308"/>
            <p14:sldId id="310"/>
          </p14:sldIdLst>
        </p14:section>
        <p14:section name="Abschluss" id="{BDD9CAB4-1E85-4AAD-9582-8A028B42FA47}">
          <p14:sldIdLst>
            <p14:sldId id="295"/>
            <p14:sldId id="298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861" autoAdjust="0"/>
    <p:restoredTop sz="90290" autoAdjust="0"/>
  </p:normalViewPr>
  <p:slideViewPr>
    <p:cSldViewPr snapToGrid="0">
      <p:cViewPr varScale="1">
        <p:scale>
          <a:sx n="79" d="100"/>
          <a:sy n="79" d="100"/>
        </p:scale>
        <p:origin x="418" y="55"/>
      </p:cViewPr>
      <p:guideLst/>
    </p:cSldViewPr>
  </p:slideViewPr>
  <p:notesTextViewPr>
    <p:cViewPr>
      <p:scale>
        <a:sx n="104" d="100"/>
        <a:sy n="104" d="100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23D672-218E-44CF-A13C-71AB61B14F4F}" type="datetimeFigureOut">
              <a:rPr lang="de-CH" smtClean="0"/>
              <a:t>27.01.2025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E10991-BCFF-4D39-9AF4-8FF9B3C6450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880650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FA598B-8DA1-4BBA-9EA9-DC1615E9868A}" type="datetimeFigureOut">
              <a:rPr lang="de-CH" smtClean="0"/>
              <a:t>27.01.2025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3C940E-24E7-4D1A-B11D-DBBBB544974E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89525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Hallo zusammen</a:t>
            </a:r>
            <a:endParaRPr lang="LID4096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3C940E-24E7-4D1A-B11D-DBBBB544974E}" type="slidenum">
              <a:rPr lang="de-CH" smtClean="0"/>
              <a:t>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954628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C007E-1867-744D-832E-2E2E0E33B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F36001A-3549-C688-5693-BC133242EA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EB05B71-E72A-7EFE-C205-24C14E647F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4C03071-EFAD-0F33-2347-CCCADB4296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3C940E-24E7-4D1A-B11D-DBBBB544974E}" type="slidenum">
              <a:rPr lang="de-CH" smtClean="0"/>
              <a:t>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661919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3C940E-24E7-4D1A-B11D-DBBBB544974E}" type="slidenum">
              <a:rPr lang="de-CH" smtClean="0"/>
              <a:t>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484635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3C940E-24E7-4D1A-B11D-DBBBB544974E}" type="slidenum">
              <a:rPr lang="de-CH" smtClean="0"/>
              <a:t>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699671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15:50</a:t>
            </a:r>
            <a:endParaRPr lang="LID4096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3C940E-24E7-4D1A-B11D-DBBBB544974E}" type="slidenum">
              <a:rPr lang="de-CH" smtClean="0"/>
              <a:t>8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749308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15:50</a:t>
            </a:r>
            <a:endParaRPr lang="LID4096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3C940E-24E7-4D1A-B11D-DBBBB544974E}" type="slidenum">
              <a:rPr lang="de-CH" smtClean="0"/>
              <a:t>9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886916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15:59</a:t>
            </a:r>
            <a:endParaRPr lang="LID4096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3C940E-24E7-4D1A-B11D-DBBBB544974E}" type="slidenum">
              <a:rPr lang="de-CH" smtClean="0"/>
              <a:t>10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637949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1175485"/>
            <a:ext cx="10515600" cy="1325563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2641717"/>
            <a:ext cx="10515600" cy="3629025"/>
          </a:xfrm>
        </p:spPr>
        <p:txBody>
          <a:bodyPr/>
          <a:lstStyle>
            <a:lvl1pPr>
              <a:spcBef>
                <a:spcPts val="300"/>
              </a:spcBef>
              <a:spcAft>
                <a:spcPts val="800"/>
              </a:spcAft>
              <a:defRPr sz="320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>
              <a:lnSpc>
                <a:spcPct val="110000"/>
              </a:lnSpc>
              <a:spcAft>
                <a:spcPts val="1200"/>
              </a:spcAft>
              <a:defRPr sz="28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spcAft>
                <a:spcPts val="1200"/>
              </a:spcAft>
              <a:defRPr sz="24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spcAft>
                <a:spcPts val="1200"/>
              </a:spcAft>
              <a:defRPr sz="20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spcAft>
                <a:spcPts val="1200"/>
              </a:spcAft>
              <a:defRPr sz="20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3F526-C1D0-4550-B781-F5C2F41E5AD9}" type="datetime1">
              <a:rPr lang="de-CH" smtClean="0"/>
              <a:t>27.01.2025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BEDEFE6B-CD47-48D6-8858-514CE6C5B606}" type="slidenum">
              <a:rPr lang="de-CH" smtClean="0"/>
              <a:pPr/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962290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gross-einzeil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298255"/>
            <a:ext cx="9138557" cy="1325563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23D7E-84BA-4532-8AC0-0461707F3C45}" type="datetime1">
              <a:rPr lang="de-CH" smtClean="0"/>
              <a:t>27.01.2025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694E-24C5-490B-A8F1-97FE52F5A3A6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7" name="Inhaltsplatzhalter 2"/>
          <p:cNvSpPr>
            <a:spLocks noGrp="1"/>
          </p:cNvSpPr>
          <p:nvPr>
            <p:ph idx="1"/>
          </p:nvPr>
        </p:nvSpPr>
        <p:spPr>
          <a:xfrm>
            <a:off x="838200" y="1858879"/>
            <a:ext cx="10515600" cy="4450939"/>
          </a:xfrm>
        </p:spPr>
        <p:txBody>
          <a:bodyPr/>
          <a:lstStyle>
            <a:lvl1pPr>
              <a:spcBef>
                <a:spcPts val="300"/>
              </a:spcBef>
              <a:spcAft>
                <a:spcPts val="800"/>
              </a:spcAft>
              <a:defRPr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>
              <a:lnSpc>
                <a:spcPct val="110000"/>
              </a:lnSpc>
              <a:defRPr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lnSpc>
                <a:spcPct val="110000"/>
              </a:lnSpc>
              <a:defRPr>
                <a:solidFill>
                  <a:schemeClr val="bg1">
                    <a:lumMod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defRPr>
                <a:solidFill>
                  <a:schemeClr val="bg1">
                    <a:lumMod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defRPr>
                <a:solidFill>
                  <a:schemeClr val="bg1">
                    <a:lumMod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343472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1524000" y="1922462"/>
            <a:ext cx="9144000" cy="2387600"/>
          </a:xfrm>
        </p:spPr>
        <p:txBody>
          <a:bodyPr anchor="b">
            <a:normAutofit/>
          </a:bodyPr>
          <a:lstStyle>
            <a:lvl1pPr algn="l">
              <a:defRPr sz="7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de-DE" dirty="0"/>
              <a:t>Titel durch Klicken hinzufügen</a:t>
            </a:r>
            <a:endParaRPr lang="de-CH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1524000" y="4402137"/>
            <a:ext cx="9144000" cy="392285"/>
          </a:xfrm>
        </p:spPr>
        <p:txBody>
          <a:bodyPr>
            <a:normAutofit/>
          </a:bodyPr>
          <a:lstStyle>
            <a:lvl1pPr marL="0" indent="0" algn="l">
              <a:buNone/>
              <a:defRPr sz="2400" baseline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 durch Klicken hinzufügen</a:t>
            </a:r>
            <a:endParaRPr lang="de-CH" dirty="0"/>
          </a:p>
        </p:txBody>
      </p:sp>
      <p:sp>
        <p:nvSpPr>
          <p:cNvPr id="33" name="Textplatzhalter 32"/>
          <p:cNvSpPr>
            <a:spLocks noGrp="1"/>
          </p:cNvSpPr>
          <p:nvPr>
            <p:ph type="body" sz="quarter" idx="10" hasCustomPrompt="1"/>
          </p:nvPr>
        </p:nvSpPr>
        <p:spPr>
          <a:xfrm>
            <a:off x="1524001" y="4828832"/>
            <a:ext cx="9144000" cy="344530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bg1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de-DE" dirty="0"/>
              <a:t>Anlass durch Klicken hinzufügen</a:t>
            </a:r>
          </a:p>
        </p:txBody>
      </p:sp>
      <p:sp>
        <p:nvSpPr>
          <p:cNvPr id="36" name="Textplatzhalter 35"/>
          <p:cNvSpPr>
            <a:spLocks noGrp="1"/>
          </p:cNvSpPr>
          <p:nvPr>
            <p:ph type="body" sz="quarter" idx="11" hasCustomPrompt="1"/>
          </p:nvPr>
        </p:nvSpPr>
        <p:spPr>
          <a:xfrm>
            <a:off x="1524000" y="5198116"/>
            <a:ext cx="9144000" cy="395287"/>
          </a:xfrm>
        </p:spPr>
        <p:txBody>
          <a:bodyPr/>
          <a:lstStyle>
            <a:lvl1pPr marL="0" indent="0" algn="l">
              <a:buNone/>
              <a:defRPr sz="2000" baseline="0">
                <a:solidFill>
                  <a:schemeClr val="bg1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de-DE" dirty="0"/>
              <a:t>Datum durch Klicken hinzufügen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3810" y="225937"/>
            <a:ext cx="3584190" cy="1292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58843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1175485"/>
            <a:ext cx="10515600" cy="1325563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2641717"/>
            <a:ext cx="10515600" cy="3629025"/>
          </a:xfrm>
        </p:spPr>
        <p:txBody>
          <a:bodyPr/>
          <a:lstStyle>
            <a:lvl1pPr>
              <a:spcAft>
                <a:spcPts val="1200"/>
              </a:spcAft>
              <a:defRPr sz="320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>
              <a:spcAft>
                <a:spcPts val="1200"/>
              </a:spcAft>
              <a:defRPr sz="28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spcAft>
                <a:spcPts val="1200"/>
              </a:spcAft>
              <a:defRPr sz="24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spcAft>
                <a:spcPts val="1200"/>
              </a:spcAft>
              <a:defRPr sz="20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spcAft>
                <a:spcPts val="1200"/>
              </a:spcAft>
              <a:defRPr sz="20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3F526-C1D0-4550-B781-F5C2F41E5AD9}" type="datetime1">
              <a:rPr lang="de-CH" smtClean="0"/>
              <a:t>27.01.2025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BEDEFE6B-CD47-48D6-8858-514CE6C5B606}" type="slidenum">
              <a:rPr lang="de-CH" smtClean="0"/>
              <a:pPr/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962290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gross-einzeil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298255"/>
            <a:ext cx="9138557" cy="1325563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23D7E-84BA-4532-8AC0-0461707F3C45}" type="datetime1">
              <a:rPr lang="de-CH" smtClean="0"/>
              <a:t>27.01.2025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694E-24C5-490B-A8F1-97FE52F5A3A6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7" name="Inhaltsplatzhalter 2"/>
          <p:cNvSpPr>
            <a:spLocks noGrp="1"/>
          </p:cNvSpPr>
          <p:nvPr>
            <p:ph idx="1"/>
          </p:nvPr>
        </p:nvSpPr>
        <p:spPr>
          <a:xfrm>
            <a:off x="838200" y="1858879"/>
            <a:ext cx="10515600" cy="4450939"/>
          </a:xfrm>
        </p:spPr>
        <p:txBody>
          <a:bodyPr/>
          <a:lstStyle>
            <a:lvl1pPr>
              <a:defRPr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>
              <a:defRPr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defRPr>
                <a:solidFill>
                  <a:schemeClr val="bg1">
                    <a:lumMod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defRPr>
                <a:solidFill>
                  <a:schemeClr val="bg1">
                    <a:lumMod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defRPr>
                <a:solidFill>
                  <a:schemeClr val="bg1">
                    <a:lumMod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343472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Snipp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298255"/>
            <a:ext cx="9138557" cy="1325563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23D7E-84BA-4532-8AC0-0461707F3C45}" type="datetime1">
              <a:rPr lang="de-CH" smtClean="0"/>
              <a:t>27.01.2025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694E-24C5-490B-A8F1-97FE52F5A3A6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7" name="Inhaltsplatzhalter 2"/>
          <p:cNvSpPr>
            <a:spLocks noGrp="1"/>
          </p:cNvSpPr>
          <p:nvPr>
            <p:ph idx="1"/>
          </p:nvPr>
        </p:nvSpPr>
        <p:spPr>
          <a:xfrm>
            <a:off x="838200" y="1858879"/>
            <a:ext cx="10515600" cy="4450939"/>
          </a:xfrm>
          <a:prstGeom prst="roundRect">
            <a:avLst>
              <a:gd name="adj" fmla="val 2685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lIns="216000" tIns="216000" rIns="216000" bIns="216000"/>
          <a:lstStyle>
            <a:lvl1pPr marL="0" indent="0" defTabSz="360363">
              <a:lnSpc>
                <a:spcPct val="114000"/>
              </a:lnSpc>
              <a:spcAft>
                <a:spcPts val="300"/>
              </a:spcAft>
              <a:buFont typeface="+mj-lt"/>
              <a:buNone/>
              <a:tabLst/>
              <a:defRPr kern="1000" baseline="0">
                <a:solidFill>
                  <a:schemeClr val="bg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  <a:lvl2pPr marL="0" indent="0" defTabSz="360363">
              <a:lnSpc>
                <a:spcPct val="114000"/>
              </a:lnSpc>
              <a:spcAft>
                <a:spcPts val="300"/>
              </a:spcAft>
              <a:buFont typeface="+mj-lt"/>
              <a:buNone/>
              <a:tabLst/>
              <a:defRPr kern="1000" baseline="0">
                <a:solidFill>
                  <a:schemeClr val="bg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 marL="0" indent="0" defTabSz="360363">
              <a:lnSpc>
                <a:spcPct val="114000"/>
              </a:lnSpc>
              <a:spcAft>
                <a:spcPts val="300"/>
              </a:spcAft>
              <a:buFont typeface="+mj-lt"/>
              <a:buNone/>
              <a:tabLst/>
              <a:defRPr kern="1000" baseline="0">
                <a:solidFill>
                  <a:schemeClr val="bg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 marL="0" indent="0" defTabSz="360363">
              <a:lnSpc>
                <a:spcPct val="114000"/>
              </a:lnSpc>
              <a:spcAft>
                <a:spcPts val="300"/>
              </a:spcAft>
              <a:buFont typeface="+mj-lt"/>
              <a:buNone/>
              <a:tabLst/>
              <a:defRPr kern="1000" baseline="0">
                <a:solidFill>
                  <a:schemeClr val="bg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 marL="0" indent="0" defTabSz="360363">
              <a:lnSpc>
                <a:spcPct val="114000"/>
              </a:lnSpc>
              <a:spcAft>
                <a:spcPts val="300"/>
              </a:spcAft>
              <a:buFont typeface="+mj-lt"/>
              <a:buNone/>
              <a:tabLst/>
              <a:defRPr kern="1000" baseline="0">
                <a:solidFill>
                  <a:schemeClr val="bg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5pPr>
          </a:lstStyle>
          <a:p>
            <a:pPr lvl="0"/>
            <a:r>
              <a:rPr lang="de-DE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Mastertextformat bearbeiten</a:t>
            </a:r>
          </a:p>
          <a:p>
            <a:pPr lvl="1"/>
            <a:r>
              <a:rPr lang="de-DE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	Zweite Ebene</a:t>
            </a:r>
          </a:p>
          <a:p>
            <a:pPr lvl="2"/>
            <a:r>
              <a:rPr lang="de-DE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		Dritte Ebene</a:t>
            </a:r>
          </a:p>
          <a:p>
            <a:pPr lvl="3"/>
            <a:r>
              <a:rPr lang="de-DE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			Vierte Ebene</a:t>
            </a:r>
          </a:p>
          <a:p>
            <a:pPr lvl="4"/>
            <a:r>
              <a:rPr lang="de-DE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				Fünfte Ebene</a:t>
            </a:r>
          </a:p>
        </p:txBody>
      </p:sp>
    </p:spTree>
    <p:extLst>
      <p:ext uri="{BB962C8B-B14F-4D97-AF65-F5344CB8AC3E}">
        <p14:creationId xmlns:p14="http://schemas.microsoft.com/office/powerpoint/2010/main" val="1031135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-gross-zweizeil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673640"/>
            <a:ext cx="9138557" cy="1325563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23D7E-84BA-4532-8AC0-0461707F3C45}" type="datetime1">
              <a:rPr lang="de-CH" smtClean="0"/>
              <a:t>27.01.2025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694E-24C5-490B-A8F1-97FE52F5A3A6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7" name="Inhaltsplatzhalter 2"/>
          <p:cNvSpPr>
            <a:spLocks noGrp="1"/>
          </p:cNvSpPr>
          <p:nvPr>
            <p:ph idx="1"/>
          </p:nvPr>
        </p:nvSpPr>
        <p:spPr>
          <a:xfrm>
            <a:off x="838200" y="2132058"/>
            <a:ext cx="10515600" cy="4177760"/>
          </a:xfrm>
        </p:spPr>
        <p:txBody>
          <a:bodyPr/>
          <a:lstStyle>
            <a:lvl1pPr>
              <a:defRPr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>
              <a:defRPr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defRPr>
                <a:solidFill>
                  <a:schemeClr val="bg1">
                    <a:lumMod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defRPr>
                <a:solidFill>
                  <a:schemeClr val="bg1">
                    <a:lumMod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defRPr>
                <a:solidFill>
                  <a:schemeClr val="bg1">
                    <a:lumMod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614067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6BCF4-0E81-4303-B76F-6C3D6B7E70BE}" type="datetime1">
              <a:rPr lang="de-CH" smtClean="0"/>
              <a:t>27.01.2025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EFE6B-CD47-48D6-8858-514CE6C5B606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76165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 kle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23D7E-84BA-4532-8AC0-0461707F3C45}" type="datetime1">
              <a:rPr lang="de-CH" smtClean="0"/>
              <a:t>27.01.2025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694E-24C5-490B-A8F1-97FE52F5A3A6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7" name="Tabellenplatzhalter 6"/>
          <p:cNvSpPr>
            <a:spLocks noGrp="1"/>
          </p:cNvSpPr>
          <p:nvPr>
            <p:ph type="tbl" sz="quarter" idx="13"/>
          </p:nvPr>
        </p:nvSpPr>
        <p:spPr>
          <a:xfrm>
            <a:off x="838200" y="2791312"/>
            <a:ext cx="10515600" cy="3429874"/>
          </a:xfrm>
        </p:spPr>
        <p:txBody>
          <a:bodyPr/>
          <a:lstStyle/>
          <a:p>
            <a:r>
              <a:rPr lang="de-DE"/>
              <a:t>Tabelle durch Klicken auf Symbol hinzufügen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864979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 Gro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298255"/>
            <a:ext cx="9138557" cy="1325563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23D7E-84BA-4532-8AC0-0461707F3C45}" type="datetime1">
              <a:rPr lang="de-CH" smtClean="0"/>
              <a:t>27.01.2025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694E-24C5-490B-A8F1-97FE52F5A3A6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6" name="Tabellenplatzhalter 6"/>
          <p:cNvSpPr>
            <a:spLocks noGrp="1"/>
          </p:cNvSpPr>
          <p:nvPr>
            <p:ph type="tbl" sz="quarter" idx="13"/>
          </p:nvPr>
        </p:nvSpPr>
        <p:spPr>
          <a:xfrm>
            <a:off x="838200" y="1623818"/>
            <a:ext cx="10515600" cy="4605532"/>
          </a:xfrm>
        </p:spPr>
        <p:txBody>
          <a:bodyPr/>
          <a:lstStyle/>
          <a:p>
            <a:r>
              <a:rPr lang="de-DE"/>
              <a:t>Tabelle durch Klicken auf Symbol hinzufügen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10840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298255"/>
            <a:ext cx="9138557" cy="1325563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23D7E-84BA-4532-8AC0-0461707F3C45}" type="datetime1">
              <a:rPr lang="de-CH" smtClean="0"/>
              <a:t>27.01.2025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694E-24C5-490B-A8F1-97FE52F5A3A6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8" name="Diagrammplatzhalter 7"/>
          <p:cNvSpPr>
            <a:spLocks noGrp="1"/>
          </p:cNvSpPr>
          <p:nvPr>
            <p:ph type="chart" sz="quarter" idx="14"/>
          </p:nvPr>
        </p:nvSpPr>
        <p:spPr>
          <a:xfrm>
            <a:off x="838200" y="1644654"/>
            <a:ext cx="10515600" cy="4576532"/>
          </a:xfrm>
        </p:spPr>
        <p:txBody>
          <a:bodyPr/>
          <a:lstStyle/>
          <a:p>
            <a:r>
              <a:rPr lang="de-DE"/>
              <a:t>Diagramm durch Klicken auf Symbol hinzufügen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7240936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-Vo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895185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 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91759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er ohn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54946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/>
          <p:cNvSpPr/>
          <p:nvPr userDrawn="1"/>
        </p:nvSpPr>
        <p:spPr>
          <a:xfrm>
            <a:off x="6170612" y="2835388"/>
            <a:ext cx="5159375" cy="33168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2" name="Rechteck 11"/>
          <p:cNvSpPr/>
          <p:nvPr userDrawn="1"/>
        </p:nvSpPr>
        <p:spPr>
          <a:xfrm>
            <a:off x="838200" y="2822690"/>
            <a:ext cx="5159375" cy="33168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1465943"/>
            <a:ext cx="10515600" cy="1325563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2823369"/>
            <a:ext cx="5157787" cy="47500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5366" y="3326603"/>
            <a:ext cx="5157787" cy="280930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0612" y="2822690"/>
            <a:ext cx="5183188" cy="475681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3329556"/>
            <a:ext cx="5183188" cy="28099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B2E98-33F3-4843-92CD-A9A795F13784}" type="datetime1">
              <a:rPr lang="de-CH" smtClean="0"/>
              <a:t>27.01.2025</a:t>
            </a:fld>
            <a:endParaRPr lang="de-CH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EFE6B-CD47-48D6-8858-514CE6C5B606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40779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146574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de-DE" dirty="0"/>
              <a:t>Titelmasterformat durch Klicken bearbeiten</a:t>
            </a:r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2896635"/>
            <a:ext cx="10515600" cy="32959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fld id="{A1523D7E-84BA-4532-8AC0-0461707F3C45}" type="datetime1">
              <a:rPr lang="de-CH" smtClean="0"/>
              <a:pPr/>
              <a:t>27.01.2025</a:t>
            </a:fld>
            <a:endParaRPr lang="de-CH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fld id="{7759694E-24C5-490B-A8F1-97FE52F5A3A6}" type="slidenum">
              <a:rPr lang="de-CH" smtClean="0"/>
              <a:pPr/>
              <a:t>‹Nr.›</a:t>
            </a:fld>
            <a:endParaRPr lang="de-CH" dirty="0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1156" y="294900"/>
            <a:ext cx="1568334" cy="565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919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2" r:id="rId2"/>
    <p:sldLayoutId id="2147483649" r:id="rId3"/>
    <p:sldLayoutId id="2147483650" r:id="rId4"/>
    <p:sldLayoutId id="2147483659" r:id="rId5"/>
    <p:sldLayoutId id="2147483664" r:id="rId6"/>
    <p:sldLayoutId id="2147483660" r:id="rId7"/>
    <p:sldLayoutId id="2147483651" r:id="rId8"/>
    <p:sldLayoutId id="2147483654" r:id="rId9"/>
    <p:sldLayoutId id="2147483655" r:id="rId10"/>
    <p:sldLayoutId id="2147483656" r:id="rId11"/>
    <p:sldLayoutId id="2147483652" r:id="rId12"/>
    <p:sldLayoutId id="2147483657" r:id="rId13"/>
    <p:sldLayoutId id="2147483658" r:id="rId14"/>
    <p:sldLayoutId id="2147483653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tx1"/>
          </a:solidFill>
          <a:latin typeface="Open Sans Light" panose="020B0306030504020204" pitchFamily="34" charset="0"/>
          <a:ea typeface="Open Sans Light" panose="020B0306030504020204" pitchFamily="34" charset="0"/>
          <a:cs typeface="Open Sans Light" panose="020B030603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Open Sans Light" panose="020B0306030504020204" pitchFamily="34" charset="0"/>
          <a:ea typeface="Open Sans Light" panose="020B0306030504020204" pitchFamily="34" charset="0"/>
          <a:cs typeface="Open Sans Light" panose="020B0306030504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bg1">
              <a:lumMod val="50000"/>
            </a:schemeClr>
          </a:solidFill>
          <a:latin typeface="Open Sans Light" panose="020B0306030504020204" pitchFamily="34" charset="0"/>
          <a:ea typeface="Open Sans Light" panose="020B0306030504020204" pitchFamily="34" charset="0"/>
          <a:cs typeface="Open Sans Light" panose="020B0306030504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bg1">
              <a:lumMod val="50000"/>
            </a:schemeClr>
          </a:solidFill>
          <a:latin typeface="Open Sans Light" panose="020B0306030504020204" pitchFamily="34" charset="0"/>
          <a:ea typeface="Open Sans Light" panose="020B0306030504020204" pitchFamily="34" charset="0"/>
          <a:cs typeface="Open Sans Light" panose="020B0306030504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bg1">
              <a:lumMod val="50000"/>
            </a:schemeClr>
          </a:solidFill>
          <a:latin typeface="Open Sans Light" panose="020B0306030504020204" pitchFamily="34" charset="0"/>
          <a:ea typeface="Open Sans Light" panose="020B0306030504020204" pitchFamily="34" charset="0"/>
          <a:cs typeface="Open Sans Light" panose="020B0306030504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bg1">
              <a:lumMod val="50000"/>
            </a:schemeClr>
          </a:solidFill>
          <a:latin typeface="Open Sans Light" panose="020B0306030504020204" pitchFamily="34" charset="0"/>
          <a:ea typeface="Open Sans Light" panose="020B0306030504020204" pitchFamily="34" charset="0"/>
          <a:cs typeface="Open Sans Light" panose="020B030603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wisstopo.admin.ch/en/coordinates-conversion-navref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CH" dirty="0"/>
              <a:t>JavaScript</a:t>
            </a:r>
            <a:br>
              <a:rPr lang="de-CH" dirty="0"/>
            </a:br>
            <a:r>
              <a:rPr lang="de-CH" dirty="0"/>
              <a:t>Fortgeschritten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de-CH" dirty="0"/>
              <a:t>EMVs WeJs4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de-CH" dirty="0"/>
              <a:t>Lektion 2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CH" dirty="0"/>
              <a:t>27.01.2025</a:t>
            </a:r>
          </a:p>
        </p:txBody>
      </p:sp>
    </p:spTree>
    <p:extLst>
      <p:ext uri="{BB962C8B-B14F-4D97-AF65-F5344CB8AC3E}">
        <p14:creationId xmlns:p14="http://schemas.microsoft.com/office/powerpoint/2010/main" val="3728267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96FAC-38B2-98F9-8E20-7B904C444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51714A-0E26-E6D5-DB70-BC45D6922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Recap</a:t>
            </a:r>
            <a:r>
              <a:rPr lang="de-CH" dirty="0"/>
              <a:t>: Theorie-Inputs</a:t>
            </a:r>
            <a:endParaRPr lang="LID4096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F144769-756E-C3D9-789E-C033A881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47631-D23E-4F68-A65A-9F8E25610249}" type="slidenum">
              <a:rPr lang="de-CH" smtClean="0"/>
              <a:t>2</a:t>
            </a:fld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AAD4EFB-4E49-26DA-5440-CF10EC87F3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Data </a:t>
            </a:r>
            <a:r>
              <a:rPr lang="de-CH" dirty="0" err="1"/>
              <a:t>Fetching</a:t>
            </a:r>
            <a:endParaRPr lang="de-CH" dirty="0"/>
          </a:p>
          <a:p>
            <a:r>
              <a:rPr lang="de-CH" dirty="0"/>
              <a:t>Browser-APIs: Webcam, Geolocation, …</a:t>
            </a:r>
          </a:p>
          <a:p>
            <a:r>
              <a:rPr lang="de-CH" dirty="0"/>
              <a:t>Maps mit </a:t>
            </a:r>
            <a:r>
              <a:rPr lang="de-CH" dirty="0" err="1"/>
              <a:t>Leaflet</a:t>
            </a:r>
            <a:endParaRPr lang="de-CH" dirty="0"/>
          </a:p>
          <a:p>
            <a:r>
              <a:rPr lang="de-CH" dirty="0"/>
              <a:t>Integration von </a:t>
            </a:r>
            <a:r>
              <a:rPr lang="de-CH" dirty="0" err="1"/>
              <a:t>Machine</a:t>
            </a:r>
            <a:r>
              <a:rPr lang="de-CH" dirty="0"/>
              <a:t> Learning Modellen</a:t>
            </a:r>
          </a:p>
          <a:p>
            <a:endParaRPr lang="de-CH" dirty="0"/>
          </a:p>
          <a:p>
            <a:r>
              <a:rPr lang="de-CH" dirty="0"/>
              <a:t>Danach eigenständiges Projekt in Einzelarbeit</a:t>
            </a:r>
          </a:p>
          <a:p>
            <a:endParaRPr lang="de-CH" dirty="0"/>
          </a:p>
          <a:p>
            <a:endParaRPr lang="de-CH" dirty="0"/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02407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3866FC-A433-F504-B596-7E9D82948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Recap</a:t>
            </a:r>
            <a:endParaRPr lang="LID4096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18F8568-2DFF-ECA6-DDA0-1036B8BD7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EFE6B-CD47-48D6-8858-514CE6C5B606}" type="slidenum">
              <a:rPr lang="de-CH" smtClean="0"/>
              <a:pPr/>
              <a:t>3</a:t>
            </a:fld>
            <a:endParaRPr lang="de-CH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85B918D7-5468-8803-A878-D5BFFE3E78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Data </a:t>
            </a:r>
            <a:r>
              <a:rPr lang="de-CH" dirty="0" err="1"/>
              <a:t>Fetching</a:t>
            </a:r>
            <a:r>
              <a:rPr lang="de-CH" dirty="0"/>
              <a:t> mit </a:t>
            </a:r>
            <a:r>
              <a:rPr lang="de-CH" dirty="0" err="1"/>
              <a:t>GeoAdmin</a:t>
            </a:r>
            <a:r>
              <a:rPr lang="de-CH" dirty="0"/>
              <a:t> API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828858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84DAB-7C6A-58D1-85D2-BBA83E0A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392BEBDB-AB5E-69EC-B6C3-11819F781C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65387" y="1416843"/>
            <a:ext cx="9326613" cy="5485138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8C461D0-DBBF-C465-2FA7-974B835AA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Recap</a:t>
            </a:r>
            <a:r>
              <a:rPr lang="de-CH" dirty="0"/>
              <a:t>: Daten abfragen in JS</a:t>
            </a:r>
            <a:endParaRPr lang="LID4096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23660E4-5408-EB84-CE88-B103D49CA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694E-24C5-490B-A8F1-97FE52F5A3A6}" type="slidenum">
              <a:rPr lang="de-CH" smtClean="0"/>
              <a:pPr/>
              <a:t>4</a:t>
            </a:fld>
            <a:endParaRPr lang="de-CH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B7B5AE9-8F05-66B3-F9AB-CEA46E81D3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 err="1"/>
              <a:t>Fetch</a:t>
            </a:r>
            <a:r>
              <a:rPr lang="de-CH" dirty="0"/>
              <a:t> API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677461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8F2DFD-83CF-B8EC-E04E-F95C59C8E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Recap</a:t>
            </a:r>
            <a:r>
              <a:rPr lang="de-CH" dirty="0"/>
              <a:t>: Aufgabe</a:t>
            </a:r>
            <a:endParaRPr lang="LID4096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E99BA8AF-2394-89BB-9C4E-F8602F5CE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694E-24C5-490B-A8F1-97FE52F5A3A6}" type="slidenum">
              <a:rPr lang="de-CH" smtClean="0"/>
              <a:pPr/>
              <a:t>5</a:t>
            </a:fld>
            <a:endParaRPr lang="de-CH" dirty="0"/>
          </a:p>
        </p:txBody>
      </p:sp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31664FA1-9FAE-A908-8B33-F2E50FAA0B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79366"/>
            <a:ext cx="10515600" cy="4210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793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3866FC-A433-F504-B596-7E9D82948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Was machen wir heute?</a:t>
            </a:r>
            <a:endParaRPr lang="LID4096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18F8568-2DFF-ECA6-DDA0-1036B8BD7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EFE6B-CD47-48D6-8858-514CE6C5B606}" type="slidenum">
              <a:rPr lang="de-CH" smtClean="0"/>
              <a:pPr/>
              <a:t>6</a:t>
            </a:fld>
            <a:endParaRPr lang="de-CH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85B918D7-5468-8803-A878-D5BFFE3E78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Browser-API abfragen: Geolocation, Webcam</a:t>
            </a:r>
          </a:p>
          <a:p>
            <a:r>
              <a:rPr lang="de-CH" dirty="0"/>
              <a:t>Falls noch Zeit übrig: Maps mit </a:t>
            </a:r>
            <a:r>
              <a:rPr lang="de-CH" dirty="0" err="1"/>
              <a:t>Leaflet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847198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33105B-6971-2A96-5C1F-8C832C44E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Aufgabe</a:t>
            </a:r>
            <a:endParaRPr lang="LID4096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D5AD0757-AB84-5D42-795F-BC036A245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694E-24C5-490B-A8F1-97FE52F5A3A6}" type="slidenum">
              <a:rPr lang="de-CH" smtClean="0"/>
              <a:pPr/>
              <a:t>7</a:t>
            </a:fld>
            <a:endParaRPr lang="de-CH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FD97E8F-419E-4C37-5E31-FB3C266A40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Finde heraus auf welcher Höhe über Meer der aktuelle Standort des Clients liegt.</a:t>
            </a:r>
            <a:br>
              <a:rPr lang="de-CH" dirty="0"/>
            </a:br>
            <a:r>
              <a:rPr lang="de-CH" dirty="0"/>
              <a:t>(Tipp: </a:t>
            </a:r>
            <a:r>
              <a:rPr lang="de-CH" dirty="0">
                <a:hlinkClick r:id="rId2"/>
              </a:rPr>
              <a:t>swisstopo.admin.ch/en/</a:t>
            </a:r>
            <a:r>
              <a:rPr lang="de-CH" dirty="0" err="1">
                <a:hlinkClick r:id="rId2"/>
              </a:rPr>
              <a:t>coordinates-conversion-navref</a:t>
            </a:r>
            <a:r>
              <a:rPr lang="de-CH" dirty="0"/>
              <a:t>)</a:t>
            </a:r>
          </a:p>
          <a:p>
            <a:r>
              <a:rPr lang="de-CH" dirty="0"/>
              <a:t>Bonus: Versuche es mit anderen Standorten</a:t>
            </a:r>
            <a:br>
              <a:rPr lang="de-CH" dirty="0"/>
            </a:br>
            <a:r>
              <a:rPr lang="de-CH" dirty="0"/>
              <a:t>(Location </a:t>
            </a:r>
            <a:r>
              <a:rPr lang="de-CH" dirty="0" err="1"/>
              <a:t>Override</a:t>
            </a:r>
            <a:r>
              <a:rPr lang="de-CH" dirty="0"/>
              <a:t>)</a:t>
            </a:r>
          </a:p>
          <a:p>
            <a:r>
              <a:rPr lang="de-CH" dirty="0"/>
              <a:t>Experimentiere mit CSS Filtern um den</a:t>
            </a:r>
            <a:br>
              <a:rPr lang="de-CH" dirty="0"/>
            </a:br>
            <a:r>
              <a:rPr lang="de-CH" dirty="0"/>
              <a:t>Webcam-Stream visuell zu verändern.</a:t>
            </a: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954482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454B8E-2325-A7D7-2AC9-6809A9097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Ausblick</a:t>
            </a:r>
            <a:endParaRPr lang="LID4096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0E9A9BC-671F-045C-2E69-81D87F03A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694E-24C5-490B-A8F1-97FE52F5A3A6}" type="slidenum">
              <a:rPr lang="de-CH" smtClean="0"/>
              <a:pPr/>
              <a:t>8</a:t>
            </a:fld>
            <a:endParaRPr lang="de-CH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773142B-56F2-E851-90A7-FA21492D87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Maps mit </a:t>
            </a:r>
            <a:r>
              <a:rPr lang="de-CH" dirty="0" err="1"/>
              <a:t>Leaflet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936636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454B8E-2325-A7D7-2AC9-6809A9097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Aufräumen</a:t>
            </a:r>
            <a:endParaRPr lang="LID4096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0E9A9BC-671F-045C-2E69-81D87F03A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694E-24C5-490B-A8F1-97FE52F5A3A6}" type="slidenum">
              <a:rPr lang="de-CH" smtClean="0"/>
              <a:pPr/>
              <a:t>9</a:t>
            </a:fld>
            <a:endParaRPr lang="de-CH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773142B-56F2-E851-90A7-FA21492D87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3407794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47CCA5-6703-4BA0-6EF7-4489A4881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Danke für die Teilnahme</a:t>
            </a:r>
            <a:endParaRPr lang="LID4096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98D8B2B-7C8C-C004-6F91-CEC37A977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694E-24C5-490B-A8F1-97FE52F5A3A6}" type="slidenum">
              <a:rPr lang="de-CH" smtClean="0"/>
              <a:pPr/>
              <a:t>10</a:t>
            </a:fld>
            <a:endParaRPr lang="de-CH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339B304-5970-36B2-631B-BBCDDA6161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Schönen Abend!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6670392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9AC2234F-DF7A-4081-BED1-1053B5B0BD96}" vid="{15C4B576-1271-49EA-B783-F07F3A36BB6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CD6A808F5B18B4EAF5BA513ACEC1F15" ma:contentTypeVersion="14" ma:contentTypeDescription="Crée un document." ma:contentTypeScope="" ma:versionID="90cadc050c97ef17732eccf05f282cbe">
  <xsd:schema xmlns:xsd="http://www.w3.org/2001/XMLSchema" xmlns:xs="http://www.w3.org/2001/XMLSchema" xmlns:p="http://schemas.microsoft.com/office/2006/metadata/properties" xmlns:ns2="1dbf6c8a-8f63-44bb-83c7-9ba9b5d4efe9" xmlns:ns3="06172d57-5d51-4d29-806c-4b74cd929571" targetNamespace="http://schemas.microsoft.com/office/2006/metadata/properties" ma:root="true" ma:fieldsID="4f5492ae7e1fa14b86c16250e6d1a161" ns2:_="" ns3:_="">
    <xsd:import namespace="1dbf6c8a-8f63-44bb-83c7-9ba9b5d4efe9"/>
    <xsd:import namespace="06172d57-5d51-4d29-806c-4b74cd92957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LengthInSeconds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bf6c8a-8f63-44bb-83c7-9ba9b5d4efe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2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Balises d’images" ma:readOnly="false" ma:fieldId="{5cf76f15-5ced-4ddc-b409-7134ff3c332f}" ma:taxonomyMulti="true" ma:sspId="2d6bbf82-059b-4f28-9a20-fb972382e10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172d57-5d51-4d29-806c-4b74cd929571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83a3d301-c4de-4108-9014-f47ae7564939}" ma:internalName="TaxCatchAll" ma:showField="CatchAllData" ma:web="06172d57-5d51-4d29-806c-4b74cd92957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LengthInSeconds xmlns="1dbf6c8a-8f63-44bb-83c7-9ba9b5d4efe9" xsi:nil="true"/>
    <lcf76f155ced4ddcb4097134ff3c332f xmlns="1dbf6c8a-8f63-44bb-83c7-9ba9b5d4efe9">
      <Terms xmlns="http://schemas.microsoft.com/office/infopath/2007/PartnerControls"/>
    </lcf76f155ced4ddcb4097134ff3c332f>
    <TaxCatchAll xmlns="06172d57-5d51-4d29-806c-4b74cd929571" xsi:nil="true"/>
  </documentManagement>
</p:properties>
</file>

<file path=customXml/itemProps1.xml><?xml version="1.0" encoding="utf-8"?>
<ds:datastoreItem xmlns:ds="http://schemas.openxmlformats.org/officeDocument/2006/customXml" ds:itemID="{6DE9BA2F-C062-493E-910C-72A955AF13B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dbf6c8a-8f63-44bb-83c7-9ba9b5d4efe9"/>
    <ds:schemaRef ds:uri="06172d57-5d51-4d29-806c-4b74cd92957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AE3F8FF-813C-4132-BE80-C573B634B91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75C5BEF-A826-4D32-BB75-8169F3E7AF17}">
  <ds:schemaRefs>
    <ds:schemaRef ds:uri="http://schemas.microsoft.com/office/2006/metadata/properties"/>
    <ds:schemaRef ds:uri="http://schemas.microsoft.com/office/infopath/2007/PartnerControls"/>
    <ds:schemaRef ds:uri="1dbf6c8a-8f63-44bb-83c7-9ba9b5d4efe9"/>
    <ds:schemaRef ds:uri="06172d57-5d51-4d29-806c-4b74cd92957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Präsentation</Template>
  <TotalTime>38093</TotalTime>
  <Words>155</Words>
  <Application>Microsoft Office PowerPoint</Application>
  <PresentationFormat>Breitbild</PresentationFormat>
  <Paragraphs>49</Paragraphs>
  <Slides>10</Slides>
  <Notes>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5" baseType="lpstr">
      <vt:lpstr>Arial</vt:lpstr>
      <vt:lpstr>Calibri</vt:lpstr>
      <vt:lpstr>Open Sans</vt:lpstr>
      <vt:lpstr>Open Sans Light</vt:lpstr>
      <vt:lpstr>Office</vt:lpstr>
      <vt:lpstr>JavaScript Fortgeschritten</vt:lpstr>
      <vt:lpstr>Recap: Theorie-Inputs</vt:lpstr>
      <vt:lpstr>Recap</vt:lpstr>
      <vt:lpstr>Recap: Daten abfragen in JS</vt:lpstr>
      <vt:lpstr>Recap: Aufgabe</vt:lpstr>
      <vt:lpstr>Was machen wir heute?</vt:lpstr>
      <vt:lpstr>Aufgabe</vt:lpstr>
      <vt:lpstr>Ausblick</vt:lpstr>
      <vt:lpstr>Aufräumen</vt:lpstr>
      <vt:lpstr>Danke für die Teilnahme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Raphael Andres</dc:creator>
  <cp:lastModifiedBy>ANDRES Raphael</cp:lastModifiedBy>
  <cp:revision>108</cp:revision>
  <cp:lastPrinted>2017-06-27T06:37:46Z</cp:lastPrinted>
  <dcterms:created xsi:type="dcterms:W3CDTF">2024-07-15T14:16:58Z</dcterms:created>
  <dcterms:modified xsi:type="dcterms:W3CDTF">2025-01-27T14:49:39Z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0x0101001CD6A808F5B18B4EAF5BA513ACEC1F15</vt:lpwstr>
  </property>
  <property fmtid="{D5CDD505-2E9C-101B-9397-08002B2CF9AE}" pid="3" name="Order">
    <vt:r8>400</vt:r8>
  </property>
  <property fmtid="{D5CDD505-2E9C-101B-9397-08002B2CF9AE}" pid="4" name="_ExtendedDescription">
    <vt:lpwstr/>
  </property>
  <property fmtid="{D5CDD505-2E9C-101B-9397-08002B2CF9AE}" pid="5" name="TriggerFlowInfo">
    <vt:lpwstr/>
  </property>
  <property fmtid="{D5CDD505-2E9C-101B-9397-08002B2CF9AE}" pid="6" name="_SourceUrl">
    <vt:lpwstr/>
  </property>
  <property fmtid="{D5CDD505-2E9C-101B-9397-08002B2CF9AE}" pid="7" name="_SharedFileIndex">
    <vt:lpwstr/>
  </property>
  <property fmtid="{D5CDD505-2E9C-101B-9397-08002B2CF9AE}" pid="8" name="ComplianceAssetId">
    <vt:lpwstr/>
  </property>
</Properties>
</file>