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312" r:id="rId6"/>
    <p:sldId id="309" r:id="rId7"/>
    <p:sldId id="303" r:id="rId8"/>
    <p:sldId id="307" r:id="rId9"/>
    <p:sldId id="308" r:id="rId10"/>
    <p:sldId id="310" r:id="rId11"/>
    <p:sldId id="295" r:id="rId12"/>
    <p:sldId id="298" r:id="rId13"/>
    <p:sldId id="272" r:id="rId14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12"/>
            <p14:sldId id="309"/>
            <p14:sldId id="303"/>
            <p14:sldId id="307"/>
          </p14:sldIdLst>
        </p14:section>
        <p14:section name="Programm" id="{EDA0DBCE-7672-4BA6-A1C0-6154B6CA6049}">
          <p14:sldIdLst>
            <p14:sldId id="308"/>
            <p14:sldId id="310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90290" autoAdjust="0"/>
  </p:normalViewPr>
  <p:slideViewPr>
    <p:cSldViewPr snapToGrid="0">
      <p:cViewPr varScale="1">
        <p:scale>
          <a:sx n="78" d="100"/>
          <a:sy n="78" d="100"/>
        </p:scale>
        <p:origin x="439" y="45"/>
      </p:cViewPr>
      <p:guideLst/>
    </p:cSldViewPr>
  </p:slid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16.01.2026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16.01.2026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API/Geolocation_API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.mozilla.org/en-US/docs/Web/API/MediaDevices/getUserMedia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wisstopo.admin.ch/en/coordinates-conversion-navre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2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CH" dirty="0"/>
              <a:t>26.01.2026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2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r>
              <a:rPr lang="de-CH" dirty="0"/>
              <a:t> mit </a:t>
            </a:r>
            <a:r>
              <a:rPr lang="de-CH" dirty="0" err="1"/>
              <a:t>GeoAdmin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84DAB-7C6A-58D1-85D2-BBA83E0A6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92BEBDB-AB5E-69EC-B6C3-11819F781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65387" y="1416843"/>
            <a:ext cx="9326613" cy="548513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8C461D0-DBBF-C465-2FA7-974B835A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Daten abfragen in JS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3660E4-5408-EB84-CE88-B103D49C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7B5AE9-8F05-66B3-F9AB-CEA46E81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Fetch</a:t>
            </a:r>
            <a:r>
              <a:rPr lang="de-CH" dirty="0"/>
              <a:t> API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77461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5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Browser-API abfragen: </a:t>
            </a:r>
            <a:r>
              <a:rPr lang="de-CH" dirty="0">
                <a:hlinkClick r:id="rId3"/>
              </a:rPr>
              <a:t>Geolocation</a:t>
            </a:r>
            <a:r>
              <a:rPr lang="de-CH" dirty="0"/>
              <a:t>, </a:t>
            </a:r>
            <a:r>
              <a:rPr lang="de-CH" dirty="0">
                <a:hlinkClick r:id="rId4"/>
              </a:rPr>
              <a:t>Webcam</a:t>
            </a:r>
            <a:endParaRPr lang="de-CH" dirty="0"/>
          </a:p>
          <a:p>
            <a:r>
              <a:rPr lang="de-CH" dirty="0"/>
              <a:t>Falls noch Zeit übrig: 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3105B-6971-2A96-5C1F-8C832C44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5AD0757-AB84-5D42-795F-BC036A24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D97E8F-419E-4C37-5E31-FB3C266A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Finde heraus auf welcher Höhe über Meer der aktuelle Standort des Clients liegt.</a:t>
            </a:r>
            <a:br>
              <a:rPr lang="de-CH" dirty="0"/>
            </a:br>
            <a:r>
              <a:rPr lang="de-CH" dirty="0"/>
              <a:t>(Tipp: </a:t>
            </a:r>
            <a:r>
              <a:rPr lang="de-CH" dirty="0">
                <a:hlinkClick r:id="rId2"/>
              </a:rPr>
              <a:t>swisstopo.admin.ch/en/</a:t>
            </a:r>
            <a:r>
              <a:rPr lang="de-CH" dirty="0" err="1">
                <a:hlinkClick r:id="rId2"/>
              </a:rPr>
              <a:t>coordinates-conversion-navref</a:t>
            </a:r>
            <a:r>
              <a:rPr lang="de-CH" dirty="0"/>
              <a:t>)</a:t>
            </a:r>
          </a:p>
          <a:p>
            <a:r>
              <a:rPr lang="de-CH" dirty="0"/>
              <a:t>Bonus: Versuche es mit anderen Standorten</a:t>
            </a:r>
            <a:br>
              <a:rPr lang="de-CH" dirty="0"/>
            </a:br>
            <a:r>
              <a:rPr lang="de-CH" dirty="0"/>
              <a:t>(Location </a:t>
            </a:r>
            <a:r>
              <a:rPr lang="de-CH" dirty="0" err="1"/>
              <a:t>Override</a:t>
            </a:r>
            <a:r>
              <a:rPr lang="de-CH" dirty="0"/>
              <a:t>)</a:t>
            </a:r>
          </a:p>
          <a:p>
            <a:r>
              <a:rPr lang="de-CH" dirty="0"/>
              <a:t>Experimentiere mit CSS Filtern um den</a:t>
            </a:r>
            <a:br>
              <a:rPr lang="de-CH" dirty="0"/>
            </a:br>
            <a:r>
              <a:rPr lang="de-CH" dirty="0"/>
              <a:t>Webcam-Stream visuell zu verändern.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4482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38111</TotalTime>
  <Words>155</Words>
  <Application>Microsoft Office PowerPoint</Application>
  <PresentationFormat>Breitbild</PresentationFormat>
  <Paragraphs>49</Paragraphs>
  <Slides>10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Open Sans</vt:lpstr>
      <vt:lpstr>Open Sans Light</vt:lpstr>
      <vt:lpstr>Office</vt:lpstr>
      <vt:lpstr>JavaScript Fortgeschritten</vt:lpstr>
      <vt:lpstr>Recap: Theorie-Inputs</vt:lpstr>
      <vt:lpstr>Recap</vt:lpstr>
      <vt:lpstr>Recap: Daten abfragen in JS</vt:lpstr>
      <vt:lpstr>Recap: Aufgabe</vt:lpstr>
      <vt:lpstr>Was machen wir heute?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109</cp:revision>
  <cp:lastPrinted>2017-06-27T06:37:46Z</cp:lastPrinted>
  <dcterms:created xsi:type="dcterms:W3CDTF">2024-07-15T14:16:58Z</dcterms:created>
  <dcterms:modified xsi:type="dcterms:W3CDTF">2026-01-16T14:18:54Z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